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c16c3b65fd44859" /><Relationship Type="http://schemas.openxmlformats.org/officeDocument/2006/relationships/extended-properties" Target="/docProps/app.xml" Id="R9db4ecc7bddf4041" /><Relationship Type="http://schemas.openxmlformats.org/officeDocument/2006/relationships/officeDocument" Target="/ppt/presentation.xml" Id="R27213fb447214d56" /></Relationships>
</file>

<file path=ppt/presentation.xml><?xml version="1.0" encoding="utf-8"?>
<p:presentation xmlns:p="http://schemas.openxmlformats.org/presentationml/2006/main">
  <p:sldMasterIdLst>
    <p:sldMasterId xmlns:r="http://schemas.openxmlformats.org/officeDocument/2006/relationships" id="2147483648" r:id="Ra28dee7d082f4fea"/>
  </p:sldMasterIdLst>
  <p:notesMasterIdLst>
    <p:notesMasterId xmlns:r="http://schemas.openxmlformats.org/officeDocument/2006/relationships" r:id="R5b21423ffb2c420a"/>
  </p:notesMasterIdLst>
  <p:sldIdLst>
    <p:sldId xmlns:r="http://schemas.openxmlformats.org/officeDocument/2006/relationships" id="256" r:id="R65edef8504b14f10"/>
    <p:sldId xmlns:r="http://schemas.openxmlformats.org/officeDocument/2006/relationships" id="257" r:id="Re6715a338dbd40de"/>
    <p:sldId xmlns:r="http://schemas.openxmlformats.org/officeDocument/2006/relationships" id="258" r:id="R207312ba4fd24500"/>
    <p:sldId xmlns:r="http://schemas.openxmlformats.org/officeDocument/2006/relationships" id="259" r:id="Rd3822c3de5ca476a"/>
    <p:sldId xmlns:r="http://schemas.openxmlformats.org/officeDocument/2006/relationships" id="260" r:id="Rb031921162e745b7"/>
    <p:sldId xmlns:r="http://schemas.openxmlformats.org/officeDocument/2006/relationships" id="261" r:id="R795bd5d6cf54419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114e3e514134918" /><Relationship Type="http://schemas.openxmlformats.org/officeDocument/2006/relationships/slideMaster" Target="/ppt/slideMasters/slideMaster1.xml" Id="Ra28dee7d082f4fea" /><Relationship Type="http://schemas.openxmlformats.org/officeDocument/2006/relationships/notesMaster" Target="/ppt/notesMasters/notesMaster1.xml" Id="R5b21423ffb2c420a" /><Relationship Type="http://schemas.openxmlformats.org/officeDocument/2006/relationships/presProps" Target="/ppt/presProps.xml" Id="R057ab1f7b9514570" /><Relationship Type="http://schemas.openxmlformats.org/officeDocument/2006/relationships/tableStyles" Target="/ppt/tableStyles.xml" Id="R18fe7d5e6476429b" /><Relationship Type="http://schemas.openxmlformats.org/officeDocument/2006/relationships/slide" Target="/ppt/slides/slide1.xml" Id="R65edef8504b14f10" /><Relationship Type="http://schemas.openxmlformats.org/officeDocument/2006/relationships/slide" Target="/ppt/slides/slide2.xml" Id="Re6715a338dbd40de" /><Relationship Type="http://schemas.openxmlformats.org/officeDocument/2006/relationships/slide" Target="/ppt/slides/slide3.xml" Id="R207312ba4fd24500" /><Relationship Type="http://schemas.openxmlformats.org/officeDocument/2006/relationships/slide" Target="/ppt/slides/slide4.xml" Id="Rd3822c3de5ca476a" /><Relationship Type="http://schemas.openxmlformats.org/officeDocument/2006/relationships/slide" Target="/ppt/slides/slide5.xml" Id="Rb031921162e745b7" /><Relationship Type="http://schemas.openxmlformats.org/officeDocument/2006/relationships/slide" Target="/ppt/slides/slide6.xml" Id="R795bd5d6cf54419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72568cbf56542f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0360432be3143fe" /><Relationship Type="http://schemas.openxmlformats.org/officeDocument/2006/relationships/notesMaster" Target="/ppt/notesMasters/notesMaster1.xml" Id="Rdf341c108a2a480b" /></Relationships>
</file>

<file path=ppt/notesSlides/_rels/notesSlide2.xml.rels>&#65279;<?xml version="1.0" encoding="utf-8"?><Relationships xmlns="http://schemas.openxmlformats.org/package/2006/relationships"><Relationship Type="http://schemas.openxmlformats.org/officeDocument/2006/relationships/slide" Target="/ppt/slides/slide2.xml" Id="Rbf1492cb605e4b16" /><Relationship Type="http://schemas.openxmlformats.org/officeDocument/2006/relationships/notesMaster" Target="/ppt/notesMasters/notesMaster1.xml" Id="R9f277d0536204fea" /></Relationships>
</file>

<file path=ppt/notesSlides/_rels/notesSlide3.xml.rels>&#65279;<?xml version="1.0" encoding="utf-8"?><Relationships xmlns="http://schemas.openxmlformats.org/package/2006/relationships"><Relationship Type="http://schemas.openxmlformats.org/officeDocument/2006/relationships/slide" Target="/ppt/slides/slide3.xml" Id="R612e556b8b3d4722" /><Relationship Type="http://schemas.openxmlformats.org/officeDocument/2006/relationships/notesMaster" Target="/ppt/notesMasters/notesMaster1.xml" Id="R095e06fd2f6f4eb9" /></Relationships>
</file>

<file path=ppt/notesSlides/_rels/notesSlide4.xml.rels>&#65279;<?xml version="1.0" encoding="utf-8"?><Relationships xmlns="http://schemas.openxmlformats.org/package/2006/relationships"><Relationship Type="http://schemas.openxmlformats.org/officeDocument/2006/relationships/slide" Target="/ppt/slides/slide4.xml" Id="R26e7e4b0dcda48b3" /><Relationship Type="http://schemas.openxmlformats.org/officeDocument/2006/relationships/notesMaster" Target="/ppt/notesMasters/notesMaster1.xml" Id="Rb20e9367d1634e78" /></Relationships>
</file>

<file path=ppt/notesSlides/_rels/notesSlide5.xml.rels>&#65279;<?xml version="1.0" encoding="utf-8"?><Relationships xmlns="http://schemas.openxmlformats.org/package/2006/relationships"><Relationship Type="http://schemas.openxmlformats.org/officeDocument/2006/relationships/slide" Target="/ppt/slides/slide5.xml" Id="R0d945702f78549c5" /><Relationship Type="http://schemas.openxmlformats.org/officeDocument/2006/relationships/notesMaster" Target="/ppt/notesMasters/notesMaster1.xml" Id="R07a2fbec0ff74575" /></Relationships>
</file>

<file path=ppt/notesSlides/_rels/notesSlide6.xml.rels>&#65279;<?xml version="1.0" encoding="utf-8"?><Relationships xmlns="http://schemas.openxmlformats.org/package/2006/relationships"><Relationship Type="http://schemas.openxmlformats.org/officeDocument/2006/relationships/slide" Target="/ppt/slides/slide6.xml" Id="Raa7c1cc39f5f4d6b" /><Relationship Type="http://schemas.openxmlformats.org/officeDocument/2006/relationships/notesMaster" Target="/ppt/notesMasters/notesMaster1.xml" Id="R7e3026e2f4af426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Mở đầu: Em xây dựng bản thử nghiệm để chứng minh luồng dữ liệu trong bộ 16 slide có thể vận hành được. Backend em chọn Spring Boot, dữ liệu và metadata lưu bằng PostgreSQL, frontend dùng React. Đây là PoC để kiểm tra tính khả thi và năng lực triển khai; các giới hạn sẽ được nêu ở cuối. Nguồn phạm vi: BI_Dashboard_16_slide_chinh_sua.pptx, slide 2 và 15; transcript cuộc họp, 14:47–15:50.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Nói rõ tiêu chí: Em sẽ cho một dữ liệu mẫu đi qua hệ thống, không chỉ mở từng menu. Với luồng gốc, cần nhìn thấy dữ liệu PostgreSQL, tạo hoặc mở dataset, chạy truy vấn, xem chart và dashboard. Với luồng CSV bổ sung, em đối chiếu số dòng, ô trống, ô sai kiểu và tổng doanh thu với file đầu vào. Sáu module lấy từ bộ slide, slide 2–3. Luồng CSV đến từ buổi họp sau, không thay thế luồng PostgreSQL.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Thao tác web theo đúng thứ tự. 1) Đăng nhập admin bằng tài khoản demo trong README. 2) Vào Kết nối dữ liệu, mở nguồn PostgreSQL mẫu và xem danh sách orders/products. 3) Vào Datasets, xem trước bảng vật lý và dataset SQL ảo. 4) Vào SQL Lab, chọn truy vấn đã lưu “Doanh thu theo vùng” rồi Chạy; câu lệnh DELETE phải bị từ chối nếu cần chứng minh chính sách chỉ đọc. 5) Vào Chart Builder, xem trước biểu đồ. 6) Mở dashboard “Tổng quan bán hàng 2025”, chọn chiều region và giá trị Miền Bắc rồi Áp dụng. 7) Mở Bảo mật &amp; nhật ký; tài khoản viewer không có quyền tạo/sửa. Các phần này bám bộ slide, slide 2–13.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Mở trang Tải file &amp; phân tích. Chọn file doanh_thu_poc.csv được giao kèm PowerPoint, đặt tên “Doanh thu mẫu PoC”, bấm Nhập file và tạo dashboard. Hệ thống phải báo 12 dòng, 2 ô trống, 2 ô sai kiểu, tổng doanh_thu 9.700.000, 3 biểu đồ. Bấm Mở dashboard; biểu đồ theo khu_vuc phải có Miền Bắc 3.600.000. Dòng sai-ngay vẫn được giữ nhưng không vào biểu đồ theo tháng; tổng theo tháng vì thế không bằng tổng toàn bộ. Đây là quy tắc xử lý có chủ đích, không phải sai số. Những giá trị này đã được đối chiếu bằng API với chính CSV giao kèm.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Bằng chứng có hai lớp. Một là kiểm tra đúng số: CSV giao kèm đã được nhập thử trên web/API; kết quả 12 dòng, 2 ô trống, 2 ô sai kiểu, tổng 9.700.000, 3 biểu đồ, Miền Bắc 3.600.000. Hai là smoke test các API: script dev/smoke.ps1 và dev/smoke-import.ps1 đã qua trong lần kiểm tra trước. Bài tải lớn dùng file tổng hợp 1.000.000 dòng, 5 cột, 31.586.708 byte; mất 30,8 giây trên máy thử. Cần nói rõ đây là phép đo cục bộ, không suy rộng thành SLA. Nguồn: kết quả chạy thử PoC và 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Kết thúc trung thực: bản thử nghiệm chứng minh được các luồng vừa xem, nhưng không nói đã hiện thực mọi chi tiết trên 16 slide. Kết nối hiện chỉ hỗ trợ PostgreSQL; quyền là theo vai trò toàn hệ thống, chưa có ACL theo dataset/chart/dashboard; dashboard kéo đổi thứ tự nhưng chưa đổi kích thước tự do; chưa có Docker Compose hoặc pipeline CI. Nhờ leader xác nhận PoC hiện tại đã đủ chứng minh ý tưởng chưa và ưu tiên phần nào tiếp: đa nguồn dữ liệu, ACL, giao diện dashboard hay kiểm thử/triển khai. Bộ slide chia P0/P1/P2, slide 15; P2 ghi “cần chốt”.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21640d8d73647e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c6d7f5661029430e"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64482ba0773c4735"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06e4cdb2d1e14bac"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8d334f26b50a4cc5"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299760a9bd364ad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95844B7-FE81-4CBB-BA2B-611DB693B785}"/>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AEC3249C-4177-4709-99F5-086748D30192}"/>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0731F594-8A0E-47CC-BCE6-7725C81AB3CD}"/>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6F0DBEC-C0A0-4D05-AD6E-308D5B0E1A8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2EE1FF22-834F-49EF-A64B-138A721091B2}"/>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D6325F1B-B926-4E58-86A5-EAC7D0C2AC3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4DD4383-2EC1-4261-8951-B11297B3A58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8875A88B-E616-4A40-BA36-B73DB5AB78BC}"/>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AC5EC7C-5F87-4BED-9E7E-49A2F96D0A5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142B813-BBBE-43B5-B940-6F8CDB5BFD2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501bc9805164a41" /><Relationship Type="http://schemas.openxmlformats.org/officeDocument/2006/relationships/slideLayout" Target="/ppt/slideLayouts/slideLayout1.xml" Id="Rd5a6c160432a4175" /><Relationship Type="http://schemas.openxmlformats.org/officeDocument/2006/relationships/slideLayout" Target="/ppt/slideLayouts/slideLayout2.xml" Id="R6fd10fb4058f4b72" /><Relationship Type="http://schemas.openxmlformats.org/officeDocument/2006/relationships/slideLayout" Target="/ppt/slideLayouts/slideLayout3.xml" Id="Rdfacf23f1cfe4080" /><Relationship Type="http://schemas.openxmlformats.org/officeDocument/2006/relationships/slideLayout" Target="/ppt/slideLayouts/slideLayout4.xml" Id="Ra6cd2a1128634ccb" /><Relationship Type="http://schemas.openxmlformats.org/officeDocument/2006/relationships/slideLayout" Target="/ppt/slideLayouts/slideLayout5.xml" Id="R2fa6232d2801414d" /><Relationship Type="http://schemas.openxmlformats.org/officeDocument/2006/relationships/slideLayout" Target="/ppt/slideLayouts/slideLayout6.xml" Id="Re78edf7c3a9a485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5a6c160432a4175"/>
    <p:sldLayoutId xmlns:r="http://schemas.openxmlformats.org/officeDocument/2006/relationships" id="2147483650" r:id="R6fd10fb4058f4b72"/>
    <p:sldLayoutId xmlns:r="http://schemas.openxmlformats.org/officeDocument/2006/relationships" id="2147483651" r:id="Rdfacf23f1cfe4080"/>
    <p:sldLayoutId xmlns:r="http://schemas.openxmlformats.org/officeDocument/2006/relationships" id="2147483652" r:id="Ra6cd2a1128634ccb"/>
    <p:sldLayoutId xmlns:r="http://schemas.openxmlformats.org/officeDocument/2006/relationships" id="2147483653" r:id="R2fa6232d2801414d"/>
    <p:sldLayoutId xmlns:r="http://schemas.openxmlformats.org/officeDocument/2006/relationships" id="2147483654" r:id="Re78edf7c3a9a485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aef13299d0724fe3" /><Relationship Type="http://schemas.openxmlformats.org/officeDocument/2006/relationships/notesSlide" Target="/ppt/notesSlides/notesSlide1.xml" Id="R3bfb002a7a4f4742"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82540170b1be423a" /><Relationship Type="http://schemas.openxmlformats.org/officeDocument/2006/relationships/notesSlide" Target="/ppt/notesSlides/notesSlide2.xml" Id="R45e9f377405940ff"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760d9530b187451f" /><Relationship Type="http://schemas.openxmlformats.org/officeDocument/2006/relationships/notesSlide" Target="/ppt/notesSlides/notesSlide3.xml" Id="Raa6e4e9064e64ee2"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b27aca2b17aa4ca9" /><Relationship Type="http://schemas.openxmlformats.org/officeDocument/2006/relationships/notesSlide" Target="/ppt/notesSlides/notesSlide4.xml" Id="R8f3ac60290cc4f94"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cd110fdda1594413" /><Relationship Type="http://schemas.openxmlformats.org/officeDocument/2006/relationships/notesSlide" Target="/ppt/notesSlides/notesSlide5.xml" Id="R2ce5d69479c44b54"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78e82dc5e25943f4" /><Relationship Type="http://schemas.openxmlformats.org/officeDocument/2006/relationships/notesSlide" Target="/ppt/notesSlides/notesSlide6.xml" Id="R1238299b26de42d3" /></Relationships>
</file>

<file path=ppt/slides/slide1.xml><?xml version="1.0" encoding="utf-8"?>
<p:sld xmlns:p="http://schemas.openxmlformats.org/presentationml/2006/main">
  <p:cSld>
    <p:bg>
      <p:bgPr>
        <a:solidFill xmlns:a="http://schemas.openxmlformats.org/drawingml/2006/main">
          <a:srgbClr val="203B31"/>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E363A65-50C7-47A4-94C1-D67F8AD7794B}"/>
              </a:ext>
            </a:extLst>
          </p:cNvPr>
          <p:cNvSpPr>
            <a:spLocks xmlns:a="http://schemas.openxmlformats.org/drawingml/2006/main" noGrp="1"/>
          </p:cNvSpPr>
          <p:nvPr/>
        </p:nvSpPr>
        <p:spPr>
          <a:xfrm xmlns:a="http://schemas.openxmlformats.org/drawingml/2006/main">
            <a:off x="704850" y="628650"/>
            <a:ext cx="762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125" b="1">
                <a:solidFill>
                  <a:srgbClr val="C8DCC9"/>
                </a:solidFill>
                <a:latin typeface="Arial"/>
                <a:ea typeface="Arial"/>
                <a:cs typeface="Arial"/>
              </a:defRPr>
            </a:defPPr>
            <a:lvl1pPr>
              <a:defRPr sz="1125" b="1">
                <a:solidFill>
                  <a:srgbClr val="C8DCC9"/>
                </a:solidFill>
                <a:latin typeface="Arial"/>
                <a:ea typeface="Arial"/>
                <a:cs typeface="Arial"/>
              </a:defRPr>
            </a:lvl1pPr>
            <a:lvl2pPr>
              <a:defRPr sz="1125" b="1">
                <a:solidFill>
                  <a:srgbClr val="C8DCC9"/>
                </a:solidFill>
                <a:latin typeface="Arial"/>
                <a:ea typeface="Arial"/>
                <a:cs typeface="Arial"/>
              </a:defRPr>
            </a:lvl2pPr>
            <a:lvl3pPr>
              <a:defRPr sz="1125" b="1">
                <a:solidFill>
                  <a:srgbClr val="C8DCC9"/>
                </a:solidFill>
                <a:latin typeface="Arial"/>
                <a:ea typeface="Arial"/>
                <a:cs typeface="Arial"/>
              </a:defRPr>
            </a:lvl3pPr>
            <a:lvl4pPr>
              <a:defRPr sz="1125" b="1">
                <a:solidFill>
                  <a:srgbClr val="C8DCC9"/>
                </a:solidFill>
                <a:latin typeface="Arial"/>
                <a:ea typeface="Arial"/>
                <a:cs typeface="Arial"/>
              </a:defRPr>
            </a:lvl4pPr>
            <a:lvl5pPr>
              <a:defRPr sz="1125" b="1">
                <a:solidFill>
                  <a:srgbClr val="C8DCC9"/>
                </a:solidFill>
                <a:latin typeface="Arial"/>
                <a:ea typeface="Arial"/>
                <a:cs typeface="Arial"/>
              </a:defRPr>
            </a:lvl5pPr>
            <a:lvl6pPr>
              <a:defRPr sz="1125" b="1">
                <a:solidFill>
                  <a:srgbClr val="C8DCC9"/>
                </a:solidFill>
                <a:latin typeface="Arial"/>
                <a:ea typeface="Arial"/>
                <a:cs typeface="Arial"/>
              </a:defRPr>
            </a:lvl6pPr>
            <a:lvl7pPr>
              <a:defRPr sz="1125" b="1">
                <a:solidFill>
                  <a:srgbClr val="C8DCC9"/>
                </a:solidFill>
                <a:latin typeface="Arial"/>
                <a:ea typeface="Arial"/>
                <a:cs typeface="Arial"/>
              </a:defRPr>
            </a:lvl7pPr>
            <a:lvl8pPr>
              <a:defRPr sz="1125" b="1">
                <a:solidFill>
                  <a:srgbClr val="C8DCC9"/>
                </a:solidFill>
                <a:latin typeface="Arial"/>
                <a:ea typeface="Arial"/>
                <a:cs typeface="Arial"/>
              </a:defRPr>
            </a:lvl8pPr>
            <a:lvl9pPr>
              <a:defRPr sz="1125" b="1">
                <a:solidFill>
                  <a:srgbClr val="C8DCC9"/>
                </a:solidFill>
                <a:latin typeface="Arial"/>
                <a:ea typeface="Arial"/>
                <a:cs typeface="Arial"/>
              </a:defRPr>
            </a:lvl9pPr>
          </a:lstStyle>
          <a:p xmlns:a="http://schemas.openxmlformats.org/drawingml/2006/main">
            <a:pPr>
              <a:defRPr sz="1125" b="1">
                <a:solidFill>
                  <a:srgbClr val="C8DCC9"/>
                </a:solidFill>
                <a:latin typeface="Arial"/>
                <a:ea typeface="Arial"/>
                <a:cs typeface="Arial"/>
              </a:defRPr>
            </a:pPr>
            <a:r>
              <a:rPr sz="1125" b="1">
                <a:solidFill>
                  <a:srgbClr val="C8DCC9"/>
                </a:solidFill>
                <a:latin typeface="Arial"/>
                <a:ea typeface="Arial"/>
                <a:cs typeface="Arial"/>
              </a:rPr>
              <a:t>PYTHERA AI LAB  /  BẢN THỬ NGHIỆM</a:t>
            </a:r>
          </a:p>
        </p:txBody>
      </p:sp>
      <p:sp>
        <p:nvSpPr>
          <p:cNvPr id="2" name="">
            <a:extLst xmlns:a="http://schemas.openxmlformats.org/drawingml/2006/main">
              <a:ext uri="{FF2B5EF4-FFF2-40B4-BE49-F238E27FC236}">
                <a16:creationId xmlns:a16="http://schemas.microsoft.com/office/drawing/2014/main" id="{6FDE71FC-2E5B-4151-9E37-BF43A4ECC779}"/>
              </a:ext>
            </a:extLst>
          </p:cNvPr>
          <p:cNvSpPr>
            <a:spLocks xmlns:a="http://schemas.openxmlformats.org/drawingml/2006/main" noGrp="1"/>
          </p:cNvSpPr>
          <p:nvPr/>
        </p:nvSpPr>
        <p:spPr>
          <a:xfrm xmlns:a="http://schemas.openxmlformats.org/drawingml/2006/main">
            <a:off x="704850" y="1695450"/>
            <a:ext cx="10001250" cy="1571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4200" b="1">
                <a:solidFill>
                  <a:srgbClr val="F7F8F3"/>
                </a:solidFill>
                <a:latin typeface="Arial"/>
                <a:ea typeface="Arial"/>
                <a:cs typeface="Arial"/>
              </a:defRPr>
            </a:defPPr>
            <a:lvl1pPr>
              <a:defRPr sz="4200" b="1">
                <a:solidFill>
                  <a:srgbClr val="F7F8F3"/>
                </a:solidFill>
                <a:latin typeface="Arial"/>
                <a:ea typeface="Arial"/>
                <a:cs typeface="Arial"/>
              </a:defRPr>
            </a:lvl1pPr>
            <a:lvl2pPr>
              <a:defRPr sz="4200" b="1">
                <a:solidFill>
                  <a:srgbClr val="F7F8F3"/>
                </a:solidFill>
                <a:latin typeface="Arial"/>
                <a:ea typeface="Arial"/>
                <a:cs typeface="Arial"/>
              </a:defRPr>
            </a:lvl2pPr>
            <a:lvl3pPr>
              <a:defRPr sz="4200" b="1">
                <a:solidFill>
                  <a:srgbClr val="F7F8F3"/>
                </a:solidFill>
                <a:latin typeface="Arial"/>
                <a:ea typeface="Arial"/>
                <a:cs typeface="Arial"/>
              </a:defRPr>
            </a:lvl3pPr>
            <a:lvl4pPr>
              <a:defRPr sz="4200" b="1">
                <a:solidFill>
                  <a:srgbClr val="F7F8F3"/>
                </a:solidFill>
                <a:latin typeface="Arial"/>
                <a:ea typeface="Arial"/>
                <a:cs typeface="Arial"/>
              </a:defRPr>
            </a:lvl4pPr>
            <a:lvl5pPr>
              <a:defRPr sz="4200" b="1">
                <a:solidFill>
                  <a:srgbClr val="F7F8F3"/>
                </a:solidFill>
                <a:latin typeface="Arial"/>
                <a:ea typeface="Arial"/>
                <a:cs typeface="Arial"/>
              </a:defRPr>
            </a:lvl5pPr>
            <a:lvl6pPr>
              <a:defRPr sz="4200" b="1">
                <a:solidFill>
                  <a:srgbClr val="F7F8F3"/>
                </a:solidFill>
                <a:latin typeface="Arial"/>
                <a:ea typeface="Arial"/>
                <a:cs typeface="Arial"/>
              </a:defRPr>
            </a:lvl6pPr>
            <a:lvl7pPr>
              <a:defRPr sz="4200" b="1">
                <a:solidFill>
                  <a:srgbClr val="F7F8F3"/>
                </a:solidFill>
                <a:latin typeface="Arial"/>
                <a:ea typeface="Arial"/>
                <a:cs typeface="Arial"/>
              </a:defRPr>
            </a:lvl7pPr>
            <a:lvl8pPr>
              <a:defRPr sz="4200" b="1">
                <a:solidFill>
                  <a:srgbClr val="F7F8F3"/>
                </a:solidFill>
                <a:latin typeface="Arial"/>
                <a:ea typeface="Arial"/>
                <a:cs typeface="Arial"/>
              </a:defRPr>
            </a:lvl8pPr>
            <a:lvl9pPr>
              <a:defRPr sz="4200" b="1">
                <a:solidFill>
                  <a:srgbClr val="F7F8F3"/>
                </a:solidFill>
                <a:latin typeface="Arial"/>
                <a:ea typeface="Arial"/>
                <a:cs typeface="Arial"/>
              </a:defRPr>
            </a:lvl9pPr>
          </a:lstStyle>
          <a:p xmlns:a="http://schemas.openxmlformats.org/drawingml/2006/main">
            <a:pPr>
              <a:defRPr sz="4200" b="1">
                <a:solidFill>
                  <a:srgbClr val="F7F8F3"/>
                </a:solidFill>
                <a:latin typeface="Arial"/>
                <a:ea typeface="Arial"/>
                <a:cs typeface="Arial"/>
              </a:defRPr>
            </a:pPr>
            <a:r>
              <a:rPr sz="4200" b="1">
                <a:solidFill>
                  <a:srgbClr val="F7F8F3"/>
                </a:solidFill>
                <a:latin typeface="Arial"/>
                <a:ea typeface="Arial"/>
                <a:cs typeface="Arial"/>
              </a:rPr>
              <a:t>Khai thác và trực quan hóa</a:t>
            </a:r>
          </a:p>
          <a:p xmlns:a="http://schemas.openxmlformats.org/drawingml/2006/main">
            <a:pPr>
              <a:defRPr sz="4200" b="1">
                <a:solidFill>
                  <a:srgbClr val="F7F8F3"/>
                </a:solidFill>
                <a:latin typeface="Arial"/>
                <a:ea typeface="Arial"/>
                <a:cs typeface="Arial"/>
              </a:defRPr>
            </a:pPr>
            <a:r>
              <a:rPr sz="4200" b="1">
                <a:solidFill>
                  <a:srgbClr val="F7F8F3"/>
                </a:solidFill>
                <a:latin typeface="Arial"/>
                <a:ea typeface="Arial"/>
                <a:cs typeface="Arial"/>
              </a:rPr>
              <a:t>dữ liệu</a:t>
            </a:r>
          </a:p>
        </p:txBody>
      </p:sp>
      <p:sp>
        <p:nvSpPr>
          <p:cNvPr id="3" name="">
            <a:extLst xmlns:a="http://schemas.openxmlformats.org/drawingml/2006/main">
              <a:ext uri="{FF2B5EF4-FFF2-40B4-BE49-F238E27FC236}">
                <a16:creationId xmlns:a16="http://schemas.microsoft.com/office/drawing/2014/main" id="{7A26BC1C-8A73-4D87-8FB7-FC62D463B213}"/>
              </a:ext>
            </a:extLst>
          </p:cNvPr>
          <p:cNvSpPr>
            <a:spLocks xmlns:a="http://schemas.openxmlformats.org/drawingml/2006/main" noGrp="1"/>
          </p:cNvSpPr>
          <p:nvPr/>
        </p:nvSpPr>
        <p:spPr>
          <a:xfrm xmlns:a="http://schemas.openxmlformats.org/drawingml/2006/main">
            <a:off x="723900" y="396240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025" b="0">
                <a:solidFill>
                  <a:srgbClr val="C8DCC9"/>
                </a:solidFill>
                <a:latin typeface="Arial"/>
                <a:ea typeface="Arial"/>
                <a:cs typeface="Arial"/>
              </a:defRPr>
            </a:defPPr>
            <a:lvl1pPr>
              <a:defRPr sz="2025" b="0">
                <a:solidFill>
                  <a:srgbClr val="C8DCC9"/>
                </a:solidFill>
                <a:latin typeface="Arial"/>
                <a:ea typeface="Arial"/>
                <a:cs typeface="Arial"/>
              </a:defRPr>
            </a:lvl1pPr>
            <a:lvl2pPr>
              <a:defRPr sz="2025" b="0">
                <a:solidFill>
                  <a:srgbClr val="C8DCC9"/>
                </a:solidFill>
                <a:latin typeface="Arial"/>
                <a:ea typeface="Arial"/>
                <a:cs typeface="Arial"/>
              </a:defRPr>
            </a:lvl2pPr>
            <a:lvl3pPr>
              <a:defRPr sz="2025" b="0">
                <a:solidFill>
                  <a:srgbClr val="C8DCC9"/>
                </a:solidFill>
                <a:latin typeface="Arial"/>
                <a:ea typeface="Arial"/>
                <a:cs typeface="Arial"/>
              </a:defRPr>
            </a:lvl3pPr>
            <a:lvl4pPr>
              <a:defRPr sz="2025" b="0">
                <a:solidFill>
                  <a:srgbClr val="C8DCC9"/>
                </a:solidFill>
                <a:latin typeface="Arial"/>
                <a:ea typeface="Arial"/>
                <a:cs typeface="Arial"/>
              </a:defRPr>
            </a:lvl4pPr>
            <a:lvl5pPr>
              <a:defRPr sz="2025" b="0">
                <a:solidFill>
                  <a:srgbClr val="C8DCC9"/>
                </a:solidFill>
                <a:latin typeface="Arial"/>
                <a:ea typeface="Arial"/>
                <a:cs typeface="Arial"/>
              </a:defRPr>
            </a:lvl5pPr>
            <a:lvl6pPr>
              <a:defRPr sz="2025" b="0">
                <a:solidFill>
                  <a:srgbClr val="C8DCC9"/>
                </a:solidFill>
                <a:latin typeface="Arial"/>
                <a:ea typeface="Arial"/>
                <a:cs typeface="Arial"/>
              </a:defRPr>
            </a:lvl6pPr>
            <a:lvl7pPr>
              <a:defRPr sz="2025" b="0">
                <a:solidFill>
                  <a:srgbClr val="C8DCC9"/>
                </a:solidFill>
                <a:latin typeface="Arial"/>
                <a:ea typeface="Arial"/>
                <a:cs typeface="Arial"/>
              </a:defRPr>
            </a:lvl7pPr>
            <a:lvl8pPr>
              <a:defRPr sz="2025" b="0">
                <a:solidFill>
                  <a:srgbClr val="C8DCC9"/>
                </a:solidFill>
                <a:latin typeface="Arial"/>
                <a:ea typeface="Arial"/>
                <a:cs typeface="Arial"/>
              </a:defRPr>
            </a:lvl8pPr>
            <a:lvl9pPr>
              <a:defRPr sz="2025" b="0">
                <a:solidFill>
                  <a:srgbClr val="C8DCC9"/>
                </a:solidFill>
                <a:latin typeface="Arial"/>
                <a:ea typeface="Arial"/>
                <a:cs typeface="Arial"/>
              </a:defRPr>
            </a:lvl9pPr>
          </a:lstStyle>
          <a:p xmlns:a="http://schemas.openxmlformats.org/drawingml/2006/main">
            <a:pPr>
              <a:defRPr sz="2025" b="0">
                <a:solidFill>
                  <a:srgbClr val="C8DCC9"/>
                </a:solidFill>
                <a:latin typeface="Arial"/>
                <a:ea typeface="Arial"/>
                <a:cs typeface="Arial"/>
              </a:defRPr>
            </a:pPr>
            <a:r>
              <a:rPr sz="2025" b="0">
                <a:solidFill>
                  <a:srgbClr val="C8DCC9"/>
                </a:solidFill>
                <a:latin typeface="Arial"/>
                <a:ea typeface="Arial"/>
                <a:cs typeface="Arial"/>
              </a:rPr>
              <a:t>Báo cáo PoC · Demo trực tiếp trên web</a:t>
            </a:r>
          </a:p>
        </p:txBody>
      </p:sp>
      <p:sp>
        <p:nvSpPr>
          <p:cNvPr id="4" name="">
            <a:extLst xmlns:a="http://schemas.openxmlformats.org/drawingml/2006/main">
              <a:ext uri="{FF2B5EF4-FFF2-40B4-BE49-F238E27FC236}">
                <a16:creationId xmlns:a16="http://schemas.microsoft.com/office/drawing/2014/main" id="{2EB46DBA-C42D-447A-8CAC-99EFE8C2FDF8}"/>
              </a:ext>
            </a:extLst>
          </p:cNvPr>
          <p:cNvSpPr>
            <a:spLocks xmlns:a="http://schemas.openxmlformats.org/drawingml/2006/main" noGrp="1"/>
          </p:cNvSpPr>
          <p:nvPr/>
        </p:nvSpPr>
        <p:spPr>
          <a:xfrm xmlns:a="http://schemas.openxmlformats.org/drawingml/2006/main">
            <a:off x="723900" y="5381625"/>
            <a:ext cx="85725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F7F8F3"/>
                </a:solidFill>
                <a:latin typeface="Arial"/>
                <a:ea typeface="Arial"/>
                <a:cs typeface="Arial"/>
              </a:defRPr>
            </a:defPPr>
            <a:lvl1pPr>
              <a:defRPr sz="1425" b="0">
                <a:solidFill>
                  <a:srgbClr val="F7F8F3"/>
                </a:solidFill>
                <a:latin typeface="Arial"/>
                <a:ea typeface="Arial"/>
                <a:cs typeface="Arial"/>
              </a:defRPr>
            </a:lvl1pPr>
            <a:lvl2pPr>
              <a:defRPr sz="1425" b="0">
                <a:solidFill>
                  <a:srgbClr val="F7F8F3"/>
                </a:solidFill>
                <a:latin typeface="Arial"/>
                <a:ea typeface="Arial"/>
                <a:cs typeface="Arial"/>
              </a:defRPr>
            </a:lvl2pPr>
            <a:lvl3pPr>
              <a:defRPr sz="1425" b="0">
                <a:solidFill>
                  <a:srgbClr val="F7F8F3"/>
                </a:solidFill>
                <a:latin typeface="Arial"/>
                <a:ea typeface="Arial"/>
                <a:cs typeface="Arial"/>
              </a:defRPr>
            </a:lvl3pPr>
            <a:lvl4pPr>
              <a:defRPr sz="1425" b="0">
                <a:solidFill>
                  <a:srgbClr val="F7F8F3"/>
                </a:solidFill>
                <a:latin typeface="Arial"/>
                <a:ea typeface="Arial"/>
                <a:cs typeface="Arial"/>
              </a:defRPr>
            </a:lvl4pPr>
            <a:lvl5pPr>
              <a:defRPr sz="1425" b="0">
                <a:solidFill>
                  <a:srgbClr val="F7F8F3"/>
                </a:solidFill>
                <a:latin typeface="Arial"/>
                <a:ea typeface="Arial"/>
                <a:cs typeface="Arial"/>
              </a:defRPr>
            </a:lvl5pPr>
            <a:lvl6pPr>
              <a:defRPr sz="1425" b="0">
                <a:solidFill>
                  <a:srgbClr val="F7F8F3"/>
                </a:solidFill>
                <a:latin typeface="Arial"/>
                <a:ea typeface="Arial"/>
                <a:cs typeface="Arial"/>
              </a:defRPr>
            </a:lvl6pPr>
            <a:lvl7pPr>
              <a:defRPr sz="1425" b="0">
                <a:solidFill>
                  <a:srgbClr val="F7F8F3"/>
                </a:solidFill>
                <a:latin typeface="Arial"/>
                <a:ea typeface="Arial"/>
                <a:cs typeface="Arial"/>
              </a:defRPr>
            </a:lvl7pPr>
            <a:lvl8pPr>
              <a:defRPr sz="1425" b="0">
                <a:solidFill>
                  <a:srgbClr val="F7F8F3"/>
                </a:solidFill>
                <a:latin typeface="Arial"/>
                <a:ea typeface="Arial"/>
                <a:cs typeface="Arial"/>
              </a:defRPr>
            </a:lvl8pPr>
            <a:lvl9pPr>
              <a:defRPr sz="1425" b="0">
                <a:solidFill>
                  <a:srgbClr val="F7F8F3"/>
                </a:solidFill>
                <a:latin typeface="Arial"/>
                <a:ea typeface="Arial"/>
                <a:cs typeface="Arial"/>
              </a:defRPr>
            </a:lvl9pPr>
          </a:lstStyle>
          <a:p xmlns:a="http://schemas.openxmlformats.org/drawingml/2006/main">
            <a:pPr>
              <a:defRPr sz="1425" b="0">
                <a:solidFill>
                  <a:srgbClr val="F7F8F3"/>
                </a:solidFill>
                <a:latin typeface="Arial"/>
                <a:ea typeface="Arial"/>
                <a:cs typeface="Arial"/>
              </a:defRPr>
            </a:pPr>
            <a:r>
              <a:rPr sz="1425" b="0">
                <a:solidFill>
                  <a:srgbClr val="F7F8F3"/>
                </a:solidFill>
                <a:latin typeface="Arial"/>
                <a:ea typeface="Arial"/>
                <a:cs typeface="Arial"/>
              </a:rPr>
              <a:t>Spring Boot  ·  PostgreSQL  ·  React + ECharts</a:t>
            </a:r>
          </a:p>
        </p:txBody>
      </p:sp>
      <p:sp>
        <p:nvSpPr>
          <p:cNvPr id="5" name="">
            <a:extLst xmlns:a="http://schemas.openxmlformats.org/drawingml/2006/main">
              <a:ext uri="{FF2B5EF4-FFF2-40B4-BE49-F238E27FC236}">
                <a16:creationId xmlns:a16="http://schemas.microsoft.com/office/drawing/2014/main" id="{03272734-444E-4974-932B-C0A4039619DB}"/>
              </a:ext>
            </a:extLst>
          </p:cNvPr>
          <p:cNvSpPr>
            <a:spLocks xmlns:a="http://schemas.openxmlformats.org/drawingml/2006/main" noGrp="1"/>
          </p:cNvSpPr>
          <p:nvPr/>
        </p:nvSpPr>
        <p:spPr>
          <a:xfrm xmlns:a="http://schemas.openxmlformats.org/drawingml/2006/main">
            <a:off x="10477500" y="6372225"/>
            <a:ext cx="1028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lgn="r">
              <a:defRPr sz="900" b="1">
                <a:solidFill>
                  <a:srgbClr val="C8DCC9"/>
                </a:solidFill>
                <a:latin typeface="Arial"/>
                <a:ea typeface="Arial"/>
                <a:cs typeface="Arial"/>
              </a:defRPr>
            </a:defPPr>
            <a:lvl1pPr algn="r">
              <a:defRPr sz="900" b="1">
                <a:solidFill>
                  <a:srgbClr val="C8DCC9"/>
                </a:solidFill>
                <a:latin typeface="Arial"/>
                <a:ea typeface="Arial"/>
                <a:cs typeface="Arial"/>
              </a:defRPr>
            </a:lvl1pPr>
            <a:lvl2pPr algn="r">
              <a:defRPr sz="900" b="1">
                <a:solidFill>
                  <a:srgbClr val="C8DCC9"/>
                </a:solidFill>
                <a:latin typeface="Arial"/>
                <a:ea typeface="Arial"/>
                <a:cs typeface="Arial"/>
              </a:defRPr>
            </a:lvl2pPr>
            <a:lvl3pPr algn="r">
              <a:defRPr sz="900" b="1">
                <a:solidFill>
                  <a:srgbClr val="C8DCC9"/>
                </a:solidFill>
                <a:latin typeface="Arial"/>
                <a:ea typeface="Arial"/>
                <a:cs typeface="Arial"/>
              </a:defRPr>
            </a:lvl3pPr>
            <a:lvl4pPr algn="r">
              <a:defRPr sz="900" b="1">
                <a:solidFill>
                  <a:srgbClr val="C8DCC9"/>
                </a:solidFill>
                <a:latin typeface="Arial"/>
                <a:ea typeface="Arial"/>
                <a:cs typeface="Arial"/>
              </a:defRPr>
            </a:lvl4pPr>
            <a:lvl5pPr algn="r">
              <a:defRPr sz="900" b="1">
                <a:solidFill>
                  <a:srgbClr val="C8DCC9"/>
                </a:solidFill>
                <a:latin typeface="Arial"/>
                <a:ea typeface="Arial"/>
                <a:cs typeface="Arial"/>
              </a:defRPr>
            </a:lvl5pPr>
            <a:lvl6pPr algn="r">
              <a:defRPr sz="900" b="1">
                <a:solidFill>
                  <a:srgbClr val="C8DCC9"/>
                </a:solidFill>
                <a:latin typeface="Arial"/>
                <a:ea typeface="Arial"/>
                <a:cs typeface="Arial"/>
              </a:defRPr>
            </a:lvl6pPr>
            <a:lvl7pPr algn="r">
              <a:defRPr sz="900" b="1">
                <a:solidFill>
                  <a:srgbClr val="C8DCC9"/>
                </a:solidFill>
                <a:latin typeface="Arial"/>
                <a:ea typeface="Arial"/>
                <a:cs typeface="Arial"/>
              </a:defRPr>
            </a:lvl7pPr>
            <a:lvl8pPr algn="r">
              <a:defRPr sz="900" b="1">
                <a:solidFill>
                  <a:srgbClr val="C8DCC9"/>
                </a:solidFill>
                <a:latin typeface="Arial"/>
                <a:ea typeface="Arial"/>
                <a:cs typeface="Arial"/>
              </a:defRPr>
            </a:lvl8pPr>
            <a:lvl9pPr algn="r">
              <a:defRPr sz="900" b="1">
                <a:solidFill>
                  <a:srgbClr val="C8DCC9"/>
                </a:solidFill>
                <a:latin typeface="Arial"/>
                <a:ea typeface="Arial"/>
                <a:cs typeface="Arial"/>
              </a:defRPr>
            </a:lvl9pPr>
          </a:lstStyle>
          <a:p xmlns:a="http://schemas.openxmlformats.org/drawingml/2006/main">
            <a:pPr algn="r">
              <a:defRPr sz="900" b="1">
                <a:solidFill>
                  <a:srgbClr val="C8DCC9"/>
                </a:solidFill>
                <a:latin typeface="Arial"/>
                <a:ea typeface="Arial"/>
                <a:cs typeface="Arial"/>
              </a:defRPr>
            </a:pPr>
            <a:r>
              <a:rPr sz="900" b="1">
                <a:solidFill>
                  <a:srgbClr val="C8DCC9"/>
                </a:solidFill>
                <a:latin typeface="Arial"/>
                <a:ea typeface="Arial"/>
                <a:cs typeface="Arial"/>
              </a:rPr>
              <a:t>01 / 06</a:t>
            </a:r>
          </a:p>
        </p:txBody>
      </p:sp>
    </p:spTree>
    <p:extLst>
      <p:ext uri="{BB962C8B-B14F-4D97-AF65-F5344CB8AC3E}">
        <p14:creationId xmlns:p14="http://schemas.microsoft.com/office/powerpoint/2010/main" val="1820216517"/>
      </p:ext>
    </p:extLst>
  </p:cSld>
</p:sld>
</file>

<file path=ppt/slides/slide2.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482844B3-0881-4525-AA9E-927B2CE09E00}"/>
              </a:ext>
            </a:extLst>
          </p:cNvPr>
          <p:cNvSpPr>
            <a:spLocks xmlns:a="http://schemas.openxmlformats.org/drawingml/2006/main" noGrp="1"/>
          </p:cNvSpPr>
          <p:nvPr/>
        </p:nvSpPr>
        <p:spPr>
          <a:xfrm xmlns:a="http://schemas.openxmlformats.org/drawingml/2006/main">
            <a:off x="685800" y="381000"/>
            <a:ext cx="7620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975" b="1">
                <a:solidFill>
                  <a:srgbClr val="315D4B"/>
                </a:solidFill>
                <a:latin typeface="Arial"/>
                <a:ea typeface="Arial"/>
                <a:cs typeface="Arial"/>
              </a:defRPr>
            </a:defPPr>
            <a:lvl1pPr>
              <a:defRPr sz="975" b="1">
                <a:solidFill>
                  <a:srgbClr val="315D4B"/>
                </a:solidFill>
                <a:latin typeface="Arial"/>
                <a:ea typeface="Arial"/>
                <a:cs typeface="Arial"/>
              </a:defRPr>
            </a:lvl1pPr>
            <a:lvl2pPr>
              <a:defRPr sz="975" b="1">
                <a:solidFill>
                  <a:srgbClr val="315D4B"/>
                </a:solidFill>
                <a:latin typeface="Arial"/>
                <a:ea typeface="Arial"/>
                <a:cs typeface="Arial"/>
              </a:defRPr>
            </a:lvl2pPr>
            <a:lvl3pPr>
              <a:defRPr sz="975" b="1">
                <a:solidFill>
                  <a:srgbClr val="315D4B"/>
                </a:solidFill>
                <a:latin typeface="Arial"/>
                <a:ea typeface="Arial"/>
                <a:cs typeface="Arial"/>
              </a:defRPr>
            </a:lvl3pPr>
            <a:lvl4pPr>
              <a:defRPr sz="975" b="1">
                <a:solidFill>
                  <a:srgbClr val="315D4B"/>
                </a:solidFill>
                <a:latin typeface="Arial"/>
                <a:ea typeface="Arial"/>
                <a:cs typeface="Arial"/>
              </a:defRPr>
            </a:lvl4pPr>
            <a:lvl5pPr>
              <a:defRPr sz="975" b="1">
                <a:solidFill>
                  <a:srgbClr val="315D4B"/>
                </a:solidFill>
                <a:latin typeface="Arial"/>
                <a:ea typeface="Arial"/>
                <a:cs typeface="Arial"/>
              </a:defRPr>
            </a:lvl5pPr>
            <a:lvl6pPr>
              <a:defRPr sz="975" b="1">
                <a:solidFill>
                  <a:srgbClr val="315D4B"/>
                </a:solidFill>
                <a:latin typeface="Arial"/>
                <a:ea typeface="Arial"/>
                <a:cs typeface="Arial"/>
              </a:defRPr>
            </a:lvl6pPr>
            <a:lvl7pPr>
              <a:defRPr sz="975" b="1">
                <a:solidFill>
                  <a:srgbClr val="315D4B"/>
                </a:solidFill>
                <a:latin typeface="Arial"/>
                <a:ea typeface="Arial"/>
                <a:cs typeface="Arial"/>
              </a:defRPr>
            </a:lvl7pPr>
            <a:lvl8pPr>
              <a:defRPr sz="975" b="1">
                <a:solidFill>
                  <a:srgbClr val="315D4B"/>
                </a:solidFill>
                <a:latin typeface="Arial"/>
                <a:ea typeface="Arial"/>
                <a:cs typeface="Arial"/>
              </a:defRPr>
            </a:lvl8pPr>
            <a:lvl9pPr>
              <a:defRPr sz="975" b="1">
                <a:solidFill>
                  <a:srgbClr val="315D4B"/>
                </a:solidFill>
                <a:latin typeface="Arial"/>
                <a:ea typeface="Arial"/>
                <a:cs typeface="Arial"/>
              </a:defRPr>
            </a:lvl9pPr>
          </a:lstStyle>
          <a:p xmlns:a="http://schemas.openxmlformats.org/drawingml/2006/main">
            <a:pPr>
              <a:defRPr sz="975" b="1">
                <a:solidFill>
                  <a:srgbClr val="315D4B"/>
                </a:solidFill>
                <a:latin typeface="Arial"/>
                <a:ea typeface="Arial"/>
                <a:cs typeface="Arial"/>
              </a:defRPr>
            </a:pPr>
            <a:r>
              <a:rPr sz="975" b="1">
                <a:solidFill>
                  <a:srgbClr val="315D4B"/>
                </a:solidFill>
                <a:latin typeface="Arial"/>
                <a:ea typeface="Arial"/>
                <a:cs typeface="Arial"/>
              </a:rPr>
              <a:t>BÁO CÁO POC / BI DASHBOARD</a:t>
            </a:r>
          </a:p>
        </p:txBody>
      </p:sp>
      <p:sp>
        <p:nvSpPr>
          <p:cNvPr id="2" name="">
            <a:extLst xmlns:a="http://schemas.openxmlformats.org/drawingml/2006/main">
              <a:ext uri="{FF2B5EF4-FFF2-40B4-BE49-F238E27FC236}">
                <a16:creationId xmlns:a16="http://schemas.microsoft.com/office/drawing/2014/main" id="{379664A1-8EDE-4D53-BE5A-55AB4EEDAF1D}"/>
              </a:ext>
            </a:extLst>
          </p:cNvPr>
          <p:cNvSpPr>
            <a:spLocks xmlns:a="http://schemas.openxmlformats.org/drawingml/2006/main" noGrp="1"/>
          </p:cNvSpPr>
          <p:nvPr/>
        </p:nvSpPr>
        <p:spPr>
          <a:xfrm xmlns:a="http://schemas.openxmlformats.org/drawingml/2006/main">
            <a:off x="685800" y="838200"/>
            <a:ext cx="108204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000" b="1">
                <a:solidFill>
                  <a:srgbClr val="24362D"/>
                </a:solidFill>
                <a:latin typeface="Arial"/>
                <a:ea typeface="Arial"/>
                <a:cs typeface="Arial"/>
              </a:defRPr>
            </a:defPPr>
            <a:lvl1pPr>
              <a:defRPr sz="3000" b="1">
                <a:solidFill>
                  <a:srgbClr val="24362D"/>
                </a:solidFill>
                <a:latin typeface="Arial"/>
                <a:ea typeface="Arial"/>
                <a:cs typeface="Arial"/>
              </a:defRPr>
            </a:lvl1pPr>
            <a:lvl2pPr>
              <a:defRPr sz="3000" b="1">
                <a:solidFill>
                  <a:srgbClr val="24362D"/>
                </a:solidFill>
                <a:latin typeface="Arial"/>
                <a:ea typeface="Arial"/>
                <a:cs typeface="Arial"/>
              </a:defRPr>
            </a:lvl2pPr>
            <a:lvl3pPr>
              <a:defRPr sz="3000" b="1">
                <a:solidFill>
                  <a:srgbClr val="24362D"/>
                </a:solidFill>
                <a:latin typeface="Arial"/>
                <a:ea typeface="Arial"/>
                <a:cs typeface="Arial"/>
              </a:defRPr>
            </a:lvl3pPr>
            <a:lvl4pPr>
              <a:defRPr sz="3000" b="1">
                <a:solidFill>
                  <a:srgbClr val="24362D"/>
                </a:solidFill>
                <a:latin typeface="Arial"/>
                <a:ea typeface="Arial"/>
                <a:cs typeface="Arial"/>
              </a:defRPr>
            </a:lvl4pPr>
            <a:lvl5pPr>
              <a:defRPr sz="3000" b="1">
                <a:solidFill>
                  <a:srgbClr val="24362D"/>
                </a:solidFill>
                <a:latin typeface="Arial"/>
                <a:ea typeface="Arial"/>
                <a:cs typeface="Arial"/>
              </a:defRPr>
            </a:lvl5pPr>
            <a:lvl6pPr>
              <a:defRPr sz="3000" b="1">
                <a:solidFill>
                  <a:srgbClr val="24362D"/>
                </a:solidFill>
                <a:latin typeface="Arial"/>
                <a:ea typeface="Arial"/>
                <a:cs typeface="Arial"/>
              </a:defRPr>
            </a:lvl6pPr>
            <a:lvl7pPr>
              <a:defRPr sz="3000" b="1">
                <a:solidFill>
                  <a:srgbClr val="24362D"/>
                </a:solidFill>
                <a:latin typeface="Arial"/>
                <a:ea typeface="Arial"/>
                <a:cs typeface="Arial"/>
              </a:defRPr>
            </a:lvl7pPr>
            <a:lvl8pPr>
              <a:defRPr sz="3000" b="1">
                <a:solidFill>
                  <a:srgbClr val="24362D"/>
                </a:solidFill>
                <a:latin typeface="Arial"/>
                <a:ea typeface="Arial"/>
                <a:cs typeface="Arial"/>
              </a:defRPr>
            </a:lvl8pPr>
            <a:lvl9pPr>
              <a:defRPr sz="3000" b="1">
                <a:solidFill>
                  <a:srgbClr val="24362D"/>
                </a:solidFill>
                <a:latin typeface="Arial"/>
                <a:ea typeface="Arial"/>
                <a:cs typeface="Arial"/>
              </a:defRPr>
            </a:lvl9pPr>
          </a:lstStyle>
          <a:p xmlns:a="http://schemas.openxmlformats.org/drawingml/2006/main">
            <a:pPr>
              <a:defRPr sz="3000" b="1">
                <a:solidFill>
                  <a:srgbClr val="24362D"/>
                </a:solidFill>
                <a:latin typeface="Arial"/>
                <a:ea typeface="Arial"/>
                <a:cs typeface="Arial"/>
              </a:defRPr>
            </a:pPr>
            <a:r>
              <a:rPr sz="3000" b="1">
                <a:solidFill>
                  <a:srgbClr val="24362D"/>
                </a:solidFill>
                <a:latin typeface="Arial"/>
                <a:ea typeface="Arial"/>
                <a:cs typeface="Arial"/>
              </a:rPr>
              <a:t>Điều PoC cần chứng minh</a:t>
            </a:r>
          </a:p>
        </p:txBody>
      </p:sp>
      <p:sp>
        <p:nvSpPr>
          <p:cNvPr id="3" name="">
            <a:extLst xmlns:a="http://schemas.openxmlformats.org/drawingml/2006/main">
              <a:ext uri="{FF2B5EF4-FFF2-40B4-BE49-F238E27FC236}">
                <a16:creationId xmlns:a16="http://schemas.microsoft.com/office/drawing/2014/main" id="{FA2654EA-5944-4401-AF19-DE3759DC736D}"/>
              </a:ext>
            </a:extLst>
          </p:cNvPr>
          <p:cNvSpPr>
            <a:spLocks xmlns:a="http://schemas.openxmlformats.org/drawingml/2006/main" noGrp="1"/>
          </p:cNvSpPr>
          <p:nvPr/>
        </p:nvSpPr>
        <p:spPr>
          <a:xfrm xmlns:a="http://schemas.openxmlformats.org/drawingml/2006/main">
            <a:off x="685800" y="6448425"/>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825" b="1">
                <a:solidFill>
                  <a:srgbClr val="65786C"/>
                </a:solidFill>
                <a:latin typeface="Arial"/>
                <a:ea typeface="Arial"/>
                <a:cs typeface="Arial"/>
              </a:defRPr>
            </a:defPPr>
            <a:lvl1pPr>
              <a:defRPr sz="825" b="1">
                <a:solidFill>
                  <a:srgbClr val="65786C"/>
                </a:solidFill>
                <a:latin typeface="Arial"/>
                <a:ea typeface="Arial"/>
                <a:cs typeface="Arial"/>
              </a:defRPr>
            </a:lvl1pPr>
            <a:lvl2pPr>
              <a:defRPr sz="825" b="1">
                <a:solidFill>
                  <a:srgbClr val="65786C"/>
                </a:solidFill>
                <a:latin typeface="Arial"/>
                <a:ea typeface="Arial"/>
                <a:cs typeface="Arial"/>
              </a:defRPr>
            </a:lvl2pPr>
            <a:lvl3pPr>
              <a:defRPr sz="825" b="1">
                <a:solidFill>
                  <a:srgbClr val="65786C"/>
                </a:solidFill>
                <a:latin typeface="Arial"/>
                <a:ea typeface="Arial"/>
                <a:cs typeface="Arial"/>
              </a:defRPr>
            </a:lvl3pPr>
            <a:lvl4pPr>
              <a:defRPr sz="825" b="1">
                <a:solidFill>
                  <a:srgbClr val="65786C"/>
                </a:solidFill>
                <a:latin typeface="Arial"/>
                <a:ea typeface="Arial"/>
                <a:cs typeface="Arial"/>
              </a:defRPr>
            </a:lvl4pPr>
            <a:lvl5pPr>
              <a:defRPr sz="825" b="1">
                <a:solidFill>
                  <a:srgbClr val="65786C"/>
                </a:solidFill>
                <a:latin typeface="Arial"/>
                <a:ea typeface="Arial"/>
                <a:cs typeface="Arial"/>
              </a:defRPr>
            </a:lvl5pPr>
            <a:lvl6pPr>
              <a:defRPr sz="825" b="1">
                <a:solidFill>
                  <a:srgbClr val="65786C"/>
                </a:solidFill>
                <a:latin typeface="Arial"/>
                <a:ea typeface="Arial"/>
                <a:cs typeface="Arial"/>
              </a:defRPr>
            </a:lvl6pPr>
            <a:lvl7pPr>
              <a:defRPr sz="825" b="1">
                <a:solidFill>
                  <a:srgbClr val="65786C"/>
                </a:solidFill>
                <a:latin typeface="Arial"/>
                <a:ea typeface="Arial"/>
                <a:cs typeface="Arial"/>
              </a:defRPr>
            </a:lvl7pPr>
            <a:lvl8pPr>
              <a:defRPr sz="825" b="1">
                <a:solidFill>
                  <a:srgbClr val="65786C"/>
                </a:solidFill>
                <a:latin typeface="Arial"/>
                <a:ea typeface="Arial"/>
                <a:cs typeface="Arial"/>
              </a:defRPr>
            </a:lvl8pPr>
            <a:lvl9pPr>
              <a:defRPr sz="825" b="1">
                <a:solidFill>
                  <a:srgbClr val="65786C"/>
                </a:solidFill>
                <a:latin typeface="Arial"/>
                <a:ea typeface="Arial"/>
                <a:cs typeface="Arial"/>
              </a:defRPr>
            </a:lvl9pPr>
          </a:lstStyle>
          <a:p xmlns:a="http://schemas.openxmlformats.org/drawingml/2006/main">
            <a:pPr>
              <a:defRPr sz="825" b="1">
                <a:solidFill>
                  <a:srgbClr val="65786C"/>
                </a:solidFill>
                <a:latin typeface="Arial"/>
                <a:ea typeface="Arial"/>
                <a:cs typeface="Arial"/>
              </a:defRPr>
            </a:pPr>
            <a:r>
              <a:rPr sz="825" b="1">
                <a:solidFill>
                  <a:srgbClr val="65786C"/>
                </a:solidFill>
                <a:latin typeface="Arial"/>
                <a:ea typeface="Arial"/>
                <a:cs typeface="Arial"/>
              </a:rPr>
              <a:t>PYTHERA AI LAB  ·  SPRING BOOT / POSTGRESQL</a:t>
            </a:r>
          </a:p>
        </p:txBody>
      </p:sp>
      <p:sp>
        <p:nvSpPr>
          <p:cNvPr id="4" name="">
            <a:extLst xmlns:a="http://schemas.openxmlformats.org/drawingml/2006/main">
              <a:ext uri="{FF2B5EF4-FFF2-40B4-BE49-F238E27FC236}">
                <a16:creationId xmlns:a16="http://schemas.microsoft.com/office/drawing/2014/main" id="{3CDCE1EE-B521-4DE5-8983-B61EA948E6B4}"/>
              </a:ext>
            </a:extLst>
          </p:cNvPr>
          <p:cNvSpPr>
            <a:spLocks xmlns:a="http://schemas.openxmlformats.org/drawingml/2006/main" noGrp="1"/>
          </p:cNvSpPr>
          <p:nvPr/>
        </p:nvSpPr>
        <p:spPr>
          <a:xfrm xmlns:a="http://schemas.openxmlformats.org/drawingml/2006/main">
            <a:off x="10477500" y="6448425"/>
            <a:ext cx="1028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lgn="r">
              <a:defRPr sz="825" b="1">
                <a:solidFill>
                  <a:srgbClr val="65786C"/>
                </a:solidFill>
                <a:latin typeface="Arial"/>
                <a:ea typeface="Arial"/>
                <a:cs typeface="Arial"/>
              </a:defRPr>
            </a:defPPr>
            <a:lvl1pPr algn="r">
              <a:defRPr sz="825" b="1">
                <a:solidFill>
                  <a:srgbClr val="65786C"/>
                </a:solidFill>
                <a:latin typeface="Arial"/>
                <a:ea typeface="Arial"/>
                <a:cs typeface="Arial"/>
              </a:defRPr>
            </a:lvl1pPr>
            <a:lvl2pPr algn="r">
              <a:defRPr sz="825" b="1">
                <a:solidFill>
                  <a:srgbClr val="65786C"/>
                </a:solidFill>
                <a:latin typeface="Arial"/>
                <a:ea typeface="Arial"/>
                <a:cs typeface="Arial"/>
              </a:defRPr>
            </a:lvl2pPr>
            <a:lvl3pPr algn="r">
              <a:defRPr sz="825" b="1">
                <a:solidFill>
                  <a:srgbClr val="65786C"/>
                </a:solidFill>
                <a:latin typeface="Arial"/>
                <a:ea typeface="Arial"/>
                <a:cs typeface="Arial"/>
              </a:defRPr>
            </a:lvl3pPr>
            <a:lvl4pPr algn="r">
              <a:defRPr sz="825" b="1">
                <a:solidFill>
                  <a:srgbClr val="65786C"/>
                </a:solidFill>
                <a:latin typeface="Arial"/>
                <a:ea typeface="Arial"/>
                <a:cs typeface="Arial"/>
              </a:defRPr>
            </a:lvl4pPr>
            <a:lvl5pPr algn="r">
              <a:defRPr sz="825" b="1">
                <a:solidFill>
                  <a:srgbClr val="65786C"/>
                </a:solidFill>
                <a:latin typeface="Arial"/>
                <a:ea typeface="Arial"/>
                <a:cs typeface="Arial"/>
              </a:defRPr>
            </a:lvl5pPr>
            <a:lvl6pPr algn="r">
              <a:defRPr sz="825" b="1">
                <a:solidFill>
                  <a:srgbClr val="65786C"/>
                </a:solidFill>
                <a:latin typeface="Arial"/>
                <a:ea typeface="Arial"/>
                <a:cs typeface="Arial"/>
              </a:defRPr>
            </a:lvl6pPr>
            <a:lvl7pPr algn="r">
              <a:defRPr sz="825" b="1">
                <a:solidFill>
                  <a:srgbClr val="65786C"/>
                </a:solidFill>
                <a:latin typeface="Arial"/>
                <a:ea typeface="Arial"/>
                <a:cs typeface="Arial"/>
              </a:defRPr>
            </a:lvl7pPr>
            <a:lvl8pPr algn="r">
              <a:defRPr sz="825" b="1">
                <a:solidFill>
                  <a:srgbClr val="65786C"/>
                </a:solidFill>
                <a:latin typeface="Arial"/>
                <a:ea typeface="Arial"/>
                <a:cs typeface="Arial"/>
              </a:defRPr>
            </a:lvl8pPr>
            <a:lvl9pPr algn="r">
              <a:defRPr sz="825" b="1">
                <a:solidFill>
                  <a:srgbClr val="65786C"/>
                </a:solidFill>
                <a:latin typeface="Arial"/>
                <a:ea typeface="Arial"/>
                <a:cs typeface="Arial"/>
              </a:defRPr>
            </a:lvl9pPr>
          </a:lstStyle>
          <a:p xmlns:a="http://schemas.openxmlformats.org/drawingml/2006/main">
            <a:pPr algn="r">
              <a:defRPr sz="825" b="1">
                <a:solidFill>
                  <a:srgbClr val="65786C"/>
                </a:solidFill>
                <a:latin typeface="Arial"/>
                <a:ea typeface="Arial"/>
                <a:cs typeface="Arial"/>
              </a:defRPr>
            </a:pPr>
            <a:r>
              <a:rPr sz="825" b="1">
                <a:solidFill>
                  <a:srgbClr val="65786C"/>
                </a:solidFill>
                <a:latin typeface="Arial"/>
                <a:ea typeface="Arial"/>
                <a:cs typeface="Arial"/>
              </a:rPr>
              <a:t>02 / 06</a:t>
            </a:r>
          </a:p>
        </p:txBody>
      </p:sp>
      <p:sp>
        <p:nvSpPr>
          <p:cNvPr id="5" name="">
            <a:extLst xmlns:a="http://schemas.openxmlformats.org/drawingml/2006/main">
              <a:ext uri="{FF2B5EF4-FFF2-40B4-BE49-F238E27FC236}">
                <a16:creationId xmlns:a16="http://schemas.microsoft.com/office/drawing/2014/main" id="{AA3C1D8D-A091-4F00-87E9-88E1718C803A}"/>
              </a:ext>
            </a:extLst>
          </p:cNvPr>
          <p:cNvSpPr>
            <a:spLocks xmlns:a="http://schemas.openxmlformats.org/drawingml/2006/main" noGrp="1"/>
          </p:cNvSpPr>
          <p:nvPr/>
        </p:nvSpPr>
        <p:spPr>
          <a:xfrm xmlns:a="http://schemas.openxmlformats.org/drawingml/2006/main">
            <a:off x="685800" y="1685925"/>
            <a:ext cx="106680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75" b="0">
                <a:solidFill>
                  <a:srgbClr val="315D4B"/>
                </a:solidFill>
                <a:latin typeface="Arial"/>
                <a:ea typeface="Arial"/>
                <a:cs typeface="Arial"/>
              </a:defRPr>
            </a:defPPr>
            <a:lvl1pPr>
              <a:defRPr sz="1875" b="0">
                <a:solidFill>
                  <a:srgbClr val="315D4B"/>
                </a:solidFill>
                <a:latin typeface="Arial"/>
                <a:ea typeface="Arial"/>
                <a:cs typeface="Arial"/>
              </a:defRPr>
            </a:lvl1pPr>
            <a:lvl2pPr>
              <a:defRPr sz="1875" b="0">
                <a:solidFill>
                  <a:srgbClr val="315D4B"/>
                </a:solidFill>
                <a:latin typeface="Arial"/>
                <a:ea typeface="Arial"/>
                <a:cs typeface="Arial"/>
              </a:defRPr>
            </a:lvl2pPr>
            <a:lvl3pPr>
              <a:defRPr sz="1875" b="0">
                <a:solidFill>
                  <a:srgbClr val="315D4B"/>
                </a:solidFill>
                <a:latin typeface="Arial"/>
                <a:ea typeface="Arial"/>
                <a:cs typeface="Arial"/>
              </a:defRPr>
            </a:lvl3pPr>
            <a:lvl4pPr>
              <a:defRPr sz="1875" b="0">
                <a:solidFill>
                  <a:srgbClr val="315D4B"/>
                </a:solidFill>
                <a:latin typeface="Arial"/>
                <a:ea typeface="Arial"/>
                <a:cs typeface="Arial"/>
              </a:defRPr>
            </a:lvl4pPr>
            <a:lvl5pPr>
              <a:defRPr sz="1875" b="0">
                <a:solidFill>
                  <a:srgbClr val="315D4B"/>
                </a:solidFill>
                <a:latin typeface="Arial"/>
                <a:ea typeface="Arial"/>
                <a:cs typeface="Arial"/>
              </a:defRPr>
            </a:lvl5pPr>
            <a:lvl6pPr>
              <a:defRPr sz="1875" b="0">
                <a:solidFill>
                  <a:srgbClr val="315D4B"/>
                </a:solidFill>
                <a:latin typeface="Arial"/>
                <a:ea typeface="Arial"/>
                <a:cs typeface="Arial"/>
              </a:defRPr>
            </a:lvl6pPr>
            <a:lvl7pPr>
              <a:defRPr sz="1875" b="0">
                <a:solidFill>
                  <a:srgbClr val="315D4B"/>
                </a:solidFill>
                <a:latin typeface="Arial"/>
                <a:ea typeface="Arial"/>
                <a:cs typeface="Arial"/>
              </a:defRPr>
            </a:lvl7pPr>
            <a:lvl8pPr>
              <a:defRPr sz="1875" b="0">
                <a:solidFill>
                  <a:srgbClr val="315D4B"/>
                </a:solidFill>
                <a:latin typeface="Arial"/>
                <a:ea typeface="Arial"/>
                <a:cs typeface="Arial"/>
              </a:defRPr>
            </a:lvl8pPr>
            <a:lvl9pPr>
              <a:defRPr sz="1875" b="0">
                <a:solidFill>
                  <a:srgbClr val="315D4B"/>
                </a:solidFill>
                <a:latin typeface="Arial"/>
                <a:ea typeface="Arial"/>
                <a:cs typeface="Arial"/>
              </a:defRPr>
            </a:lvl9pPr>
          </a:lstStyle>
          <a:p xmlns:a="http://schemas.openxmlformats.org/drawingml/2006/main">
            <a:pPr>
              <a:defRPr sz="1875" b="0">
                <a:solidFill>
                  <a:srgbClr val="315D4B"/>
                </a:solidFill>
                <a:latin typeface="Arial"/>
                <a:ea typeface="Arial"/>
                <a:cs typeface="Arial"/>
              </a:defRPr>
            </a:pPr>
            <a:r>
              <a:rPr sz="1875" b="0">
                <a:solidFill>
                  <a:srgbClr val="315D4B"/>
                </a:solidFill>
                <a:latin typeface="Arial"/>
                <a:ea typeface="Arial"/>
                <a:cs typeface="Arial"/>
              </a:rPr>
              <a:t>Một luồng dữ liệu đi từ nguồn đến dashboard và cho ra kết quả đối chiếu được.</a:t>
            </a:r>
          </a:p>
        </p:txBody>
      </p:sp>
      <p:sp>
        <p:nvSpPr>
          <p:cNvPr id="6" name="">
            <a:extLst xmlns:a="http://schemas.openxmlformats.org/drawingml/2006/main">
              <a:ext uri="{FF2B5EF4-FFF2-40B4-BE49-F238E27FC236}">
                <a16:creationId xmlns:a16="http://schemas.microsoft.com/office/drawing/2014/main" id="{FB82C864-164E-47E5-915D-D9F6C7449F0B}"/>
              </a:ext>
            </a:extLst>
          </p:cNvPr>
          <p:cNvSpPr>
            <a:spLocks xmlns:a="http://schemas.openxmlformats.org/drawingml/2006/main" noGrp="1"/>
          </p:cNvSpPr>
          <p:nvPr/>
        </p:nvSpPr>
        <p:spPr>
          <a:xfrm xmlns:a="http://schemas.openxmlformats.org/drawingml/2006/main">
            <a:off x="685800" y="2695575"/>
            <a:ext cx="5143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650" b="1">
                <a:solidFill>
                  <a:srgbClr val="315D4B"/>
                </a:solidFill>
                <a:latin typeface="Arial"/>
                <a:ea typeface="Arial"/>
                <a:cs typeface="Arial"/>
              </a:defRPr>
            </a:defPPr>
            <a:lvl1pPr>
              <a:defRPr sz="1650" b="1">
                <a:solidFill>
                  <a:srgbClr val="315D4B"/>
                </a:solidFill>
                <a:latin typeface="Arial"/>
                <a:ea typeface="Arial"/>
                <a:cs typeface="Arial"/>
              </a:defRPr>
            </a:lvl1pPr>
            <a:lvl2pPr>
              <a:defRPr sz="1650" b="1">
                <a:solidFill>
                  <a:srgbClr val="315D4B"/>
                </a:solidFill>
                <a:latin typeface="Arial"/>
                <a:ea typeface="Arial"/>
                <a:cs typeface="Arial"/>
              </a:defRPr>
            </a:lvl2pPr>
            <a:lvl3pPr>
              <a:defRPr sz="1650" b="1">
                <a:solidFill>
                  <a:srgbClr val="315D4B"/>
                </a:solidFill>
                <a:latin typeface="Arial"/>
                <a:ea typeface="Arial"/>
                <a:cs typeface="Arial"/>
              </a:defRPr>
            </a:lvl3pPr>
            <a:lvl4pPr>
              <a:defRPr sz="1650" b="1">
                <a:solidFill>
                  <a:srgbClr val="315D4B"/>
                </a:solidFill>
                <a:latin typeface="Arial"/>
                <a:ea typeface="Arial"/>
                <a:cs typeface="Arial"/>
              </a:defRPr>
            </a:lvl4pPr>
            <a:lvl5pPr>
              <a:defRPr sz="1650" b="1">
                <a:solidFill>
                  <a:srgbClr val="315D4B"/>
                </a:solidFill>
                <a:latin typeface="Arial"/>
                <a:ea typeface="Arial"/>
                <a:cs typeface="Arial"/>
              </a:defRPr>
            </a:lvl5pPr>
            <a:lvl6pPr>
              <a:defRPr sz="1650" b="1">
                <a:solidFill>
                  <a:srgbClr val="315D4B"/>
                </a:solidFill>
                <a:latin typeface="Arial"/>
                <a:ea typeface="Arial"/>
                <a:cs typeface="Arial"/>
              </a:defRPr>
            </a:lvl6pPr>
            <a:lvl7pPr>
              <a:defRPr sz="1650" b="1">
                <a:solidFill>
                  <a:srgbClr val="315D4B"/>
                </a:solidFill>
                <a:latin typeface="Arial"/>
                <a:ea typeface="Arial"/>
                <a:cs typeface="Arial"/>
              </a:defRPr>
            </a:lvl7pPr>
            <a:lvl8pPr>
              <a:defRPr sz="1650" b="1">
                <a:solidFill>
                  <a:srgbClr val="315D4B"/>
                </a:solidFill>
                <a:latin typeface="Arial"/>
                <a:ea typeface="Arial"/>
                <a:cs typeface="Arial"/>
              </a:defRPr>
            </a:lvl8pPr>
            <a:lvl9pPr>
              <a:defRPr sz="1650" b="1">
                <a:solidFill>
                  <a:srgbClr val="315D4B"/>
                </a:solidFill>
                <a:latin typeface="Arial"/>
                <a:ea typeface="Arial"/>
                <a:cs typeface="Arial"/>
              </a:defRPr>
            </a:lvl9pPr>
          </a:lstStyle>
          <a:p xmlns:a="http://schemas.openxmlformats.org/drawingml/2006/main">
            <a:pPr>
              <a:defRPr sz="1650" b="1">
                <a:solidFill>
                  <a:srgbClr val="315D4B"/>
                </a:solidFill>
                <a:latin typeface="Arial"/>
                <a:ea typeface="Arial"/>
                <a:cs typeface="Arial"/>
              </a:defRPr>
            </a:pPr>
            <a:r>
              <a:rPr sz="1650" b="1">
                <a:solidFill>
                  <a:srgbClr val="315D4B"/>
                </a:solidFill>
                <a:latin typeface="Arial"/>
                <a:ea typeface="Arial"/>
                <a:cs typeface="Arial"/>
              </a:rPr>
              <a:t>01</a:t>
            </a:r>
          </a:p>
        </p:txBody>
      </p:sp>
      <p:sp>
        <p:nvSpPr>
          <p:cNvPr id="7" name="">
            <a:extLst xmlns:a="http://schemas.openxmlformats.org/drawingml/2006/main">
              <a:ext uri="{FF2B5EF4-FFF2-40B4-BE49-F238E27FC236}">
                <a16:creationId xmlns:a16="http://schemas.microsoft.com/office/drawing/2014/main" id="{465F09A0-8668-460C-91B0-216B97C46B2C}"/>
              </a:ext>
            </a:extLst>
          </p:cNvPr>
          <p:cNvSpPr>
            <a:spLocks xmlns:a="http://schemas.openxmlformats.org/drawingml/2006/main" noGrp="1"/>
          </p:cNvSpPr>
          <p:nvPr/>
        </p:nvSpPr>
        <p:spPr>
          <a:xfrm xmlns:a="http://schemas.openxmlformats.org/drawingml/2006/main">
            <a:off x="1314450" y="2676525"/>
            <a:ext cx="96583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650" b="1">
                <a:solidFill>
                  <a:srgbClr val="24362D"/>
                </a:solidFill>
                <a:latin typeface="Arial"/>
                <a:ea typeface="Arial"/>
                <a:cs typeface="Arial"/>
              </a:defRPr>
            </a:defPPr>
            <a:lvl1pPr>
              <a:defRPr sz="1650" b="1">
                <a:solidFill>
                  <a:srgbClr val="24362D"/>
                </a:solidFill>
                <a:latin typeface="Arial"/>
                <a:ea typeface="Arial"/>
                <a:cs typeface="Arial"/>
              </a:defRPr>
            </a:lvl1pPr>
            <a:lvl2pPr>
              <a:defRPr sz="1650" b="1">
                <a:solidFill>
                  <a:srgbClr val="24362D"/>
                </a:solidFill>
                <a:latin typeface="Arial"/>
                <a:ea typeface="Arial"/>
                <a:cs typeface="Arial"/>
              </a:defRPr>
            </a:lvl2pPr>
            <a:lvl3pPr>
              <a:defRPr sz="1650" b="1">
                <a:solidFill>
                  <a:srgbClr val="24362D"/>
                </a:solidFill>
                <a:latin typeface="Arial"/>
                <a:ea typeface="Arial"/>
                <a:cs typeface="Arial"/>
              </a:defRPr>
            </a:lvl3pPr>
            <a:lvl4pPr>
              <a:defRPr sz="1650" b="1">
                <a:solidFill>
                  <a:srgbClr val="24362D"/>
                </a:solidFill>
                <a:latin typeface="Arial"/>
                <a:ea typeface="Arial"/>
                <a:cs typeface="Arial"/>
              </a:defRPr>
            </a:lvl4pPr>
            <a:lvl5pPr>
              <a:defRPr sz="1650" b="1">
                <a:solidFill>
                  <a:srgbClr val="24362D"/>
                </a:solidFill>
                <a:latin typeface="Arial"/>
                <a:ea typeface="Arial"/>
                <a:cs typeface="Arial"/>
              </a:defRPr>
            </a:lvl5pPr>
            <a:lvl6pPr>
              <a:defRPr sz="1650" b="1">
                <a:solidFill>
                  <a:srgbClr val="24362D"/>
                </a:solidFill>
                <a:latin typeface="Arial"/>
                <a:ea typeface="Arial"/>
                <a:cs typeface="Arial"/>
              </a:defRPr>
            </a:lvl6pPr>
            <a:lvl7pPr>
              <a:defRPr sz="1650" b="1">
                <a:solidFill>
                  <a:srgbClr val="24362D"/>
                </a:solidFill>
                <a:latin typeface="Arial"/>
                <a:ea typeface="Arial"/>
                <a:cs typeface="Arial"/>
              </a:defRPr>
            </a:lvl7pPr>
            <a:lvl8pPr>
              <a:defRPr sz="1650" b="1">
                <a:solidFill>
                  <a:srgbClr val="24362D"/>
                </a:solidFill>
                <a:latin typeface="Arial"/>
                <a:ea typeface="Arial"/>
                <a:cs typeface="Arial"/>
              </a:defRPr>
            </a:lvl8pPr>
            <a:lvl9pPr>
              <a:defRPr sz="1650" b="1">
                <a:solidFill>
                  <a:srgbClr val="24362D"/>
                </a:solidFill>
                <a:latin typeface="Arial"/>
                <a:ea typeface="Arial"/>
                <a:cs typeface="Arial"/>
              </a:defRPr>
            </a:lvl9pPr>
          </a:lstStyle>
          <a:p xmlns:a="http://schemas.openxmlformats.org/drawingml/2006/main">
            <a:pPr>
              <a:defRPr sz="1650" b="1">
                <a:solidFill>
                  <a:srgbClr val="24362D"/>
                </a:solidFill>
                <a:latin typeface="Arial"/>
                <a:ea typeface="Arial"/>
                <a:cs typeface="Arial"/>
              </a:defRPr>
            </a:pPr>
            <a:r>
              <a:rPr sz="1650" b="1">
                <a:solidFill>
                  <a:srgbClr val="24362D"/>
                </a:solidFill>
                <a:latin typeface="Arial"/>
                <a:ea typeface="Arial"/>
                <a:cs typeface="Arial"/>
              </a:rPr>
              <a:t>Luồng dữ liệu gốc</a:t>
            </a:r>
          </a:p>
        </p:txBody>
      </p:sp>
      <p:sp>
        <p:nvSpPr>
          <p:cNvPr id="8" name="">
            <a:extLst xmlns:a="http://schemas.openxmlformats.org/drawingml/2006/main">
              <a:ext uri="{FF2B5EF4-FFF2-40B4-BE49-F238E27FC236}">
                <a16:creationId xmlns:a16="http://schemas.microsoft.com/office/drawing/2014/main" id="{705193CB-B79F-4A55-85E9-49A0D22169CF}"/>
              </a:ext>
            </a:extLst>
          </p:cNvPr>
          <p:cNvSpPr>
            <a:spLocks xmlns:a="http://schemas.openxmlformats.org/drawingml/2006/main" noGrp="1"/>
          </p:cNvSpPr>
          <p:nvPr/>
        </p:nvSpPr>
        <p:spPr>
          <a:xfrm xmlns:a="http://schemas.openxmlformats.org/drawingml/2006/main">
            <a:off x="1314450" y="3009900"/>
            <a:ext cx="96583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65786C"/>
                </a:solidFill>
                <a:latin typeface="Arial"/>
                <a:ea typeface="Arial"/>
                <a:cs typeface="Arial"/>
              </a:defRPr>
            </a:defPPr>
            <a:lvl1pPr>
              <a:defRPr sz="1200" b="0">
                <a:solidFill>
                  <a:srgbClr val="65786C"/>
                </a:solidFill>
                <a:latin typeface="Arial"/>
                <a:ea typeface="Arial"/>
                <a:cs typeface="Arial"/>
              </a:defRPr>
            </a:lvl1pPr>
            <a:lvl2pPr>
              <a:defRPr sz="1200" b="0">
                <a:solidFill>
                  <a:srgbClr val="65786C"/>
                </a:solidFill>
                <a:latin typeface="Arial"/>
                <a:ea typeface="Arial"/>
                <a:cs typeface="Arial"/>
              </a:defRPr>
            </a:lvl2pPr>
            <a:lvl3pPr>
              <a:defRPr sz="1200" b="0">
                <a:solidFill>
                  <a:srgbClr val="65786C"/>
                </a:solidFill>
                <a:latin typeface="Arial"/>
                <a:ea typeface="Arial"/>
                <a:cs typeface="Arial"/>
              </a:defRPr>
            </a:lvl3pPr>
            <a:lvl4pPr>
              <a:defRPr sz="1200" b="0">
                <a:solidFill>
                  <a:srgbClr val="65786C"/>
                </a:solidFill>
                <a:latin typeface="Arial"/>
                <a:ea typeface="Arial"/>
                <a:cs typeface="Arial"/>
              </a:defRPr>
            </a:lvl4pPr>
            <a:lvl5pPr>
              <a:defRPr sz="1200" b="0">
                <a:solidFill>
                  <a:srgbClr val="65786C"/>
                </a:solidFill>
                <a:latin typeface="Arial"/>
                <a:ea typeface="Arial"/>
                <a:cs typeface="Arial"/>
              </a:defRPr>
            </a:lvl5pPr>
            <a:lvl6pPr>
              <a:defRPr sz="1200" b="0">
                <a:solidFill>
                  <a:srgbClr val="65786C"/>
                </a:solidFill>
                <a:latin typeface="Arial"/>
                <a:ea typeface="Arial"/>
                <a:cs typeface="Arial"/>
              </a:defRPr>
            </a:lvl6pPr>
            <a:lvl7pPr>
              <a:defRPr sz="1200" b="0">
                <a:solidFill>
                  <a:srgbClr val="65786C"/>
                </a:solidFill>
                <a:latin typeface="Arial"/>
                <a:ea typeface="Arial"/>
                <a:cs typeface="Arial"/>
              </a:defRPr>
            </a:lvl7pPr>
            <a:lvl8pPr>
              <a:defRPr sz="1200" b="0">
                <a:solidFill>
                  <a:srgbClr val="65786C"/>
                </a:solidFill>
                <a:latin typeface="Arial"/>
                <a:ea typeface="Arial"/>
                <a:cs typeface="Arial"/>
              </a:defRPr>
            </a:lvl8pPr>
            <a:lvl9pPr>
              <a:defRPr sz="1200" b="0">
                <a:solidFill>
                  <a:srgbClr val="65786C"/>
                </a:solidFill>
                <a:latin typeface="Arial"/>
                <a:ea typeface="Arial"/>
                <a:cs typeface="Arial"/>
              </a:defRPr>
            </a:lvl9pPr>
          </a:lstStyle>
          <a:p xmlns:a="http://schemas.openxmlformats.org/drawingml/2006/main">
            <a:pPr>
              <a:defRPr sz="1200" b="0">
                <a:solidFill>
                  <a:srgbClr val="65786C"/>
                </a:solidFill>
                <a:latin typeface="Arial"/>
                <a:ea typeface="Arial"/>
                <a:cs typeface="Arial"/>
              </a:defRPr>
            </a:pPr>
            <a:r>
              <a:rPr sz="1200" b="0">
                <a:solidFill>
                  <a:srgbClr val="65786C"/>
                </a:solidFill>
                <a:latin typeface="Arial"/>
                <a:ea typeface="Arial"/>
                <a:cs typeface="Arial"/>
              </a:rPr>
              <a:t>Kết nối PostgreSQL → dataset/SQL → biểu đồ → dashboard.</a:t>
            </a:r>
          </a:p>
        </p:txBody>
      </p:sp>
      <p:sp>
        <p:nvSpPr>
          <p:cNvPr id="9" name="">
            <a:extLst xmlns:a="http://schemas.openxmlformats.org/drawingml/2006/main">
              <a:ext uri="{FF2B5EF4-FFF2-40B4-BE49-F238E27FC236}">
                <a16:creationId xmlns:a16="http://schemas.microsoft.com/office/drawing/2014/main" id="{462B4642-4D90-4E3E-8594-B42DC52EA510}"/>
              </a:ext>
            </a:extLst>
          </p:cNvPr>
          <p:cNvSpPr>
            <a:spLocks xmlns:a="http://schemas.openxmlformats.org/drawingml/2006/main" noGrp="1"/>
          </p:cNvSpPr>
          <p:nvPr/>
        </p:nvSpPr>
        <p:spPr>
          <a:xfrm xmlns:a="http://schemas.openxmlformats.org/drawingml/2006/main">
            <a:off x="685800" y="3781425"/>
            <a:ext cx="5143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650" b="1">
                <a:solidFill>
                  <a:srgbClr val="315D4B"/>
                </a:solidFill>
                <a:latin typeface="Arial"/>
                <a:ea typeface="Arial"/>
                <a:cs typeface="Arial"/>
              </a:defRPr>
            </a:defPPr>
            <a:lvl1pPr>
              <a:defRPr sz="1650" b="1">
                <a:solidFill>
                  <a:srgbClr val="315D4B"/>
                </a:solidFill>
                <a:latin typeface="Arial"/>
                <a:ea typeface="Arial"/>
                <a:cs typeface="Arial"/>
              </a:defRPr>
            </a:lvl1pPr>
            <a:lvl2pPr>
              <a:defRPr sz="1650" b="1">
                <a:solidFill>
                  <a:srgbClr val="315D4B"/>
                </a:solidFill>
                <a:latin typeface="Arial"/>
                <a:ea typeface="Arial"/>
                <a:cs typeface="Arial"/>
              </a:defRPr>
            </a:lvl2pPr>
            <a:lvl3pPr>
              <a:defRPr sz="1650" b="1">
                <a:solidFill>
                  <a:srgbClr val="315D4B"/>
                </a:solidFill>
                <a:latin typeface="Arial"/>
                <a:ea typeface="Arial"/>
                <a:cs typeface="Arial"/>
              </a:defRPr>
            </a:lvl3pPr>
            <a:lvl4pPr>
              <a:defRPr sz="1650" b="1">
                <a:solidFill>
                  <a:srgbClr val="315D4B"/>
                </a:solidFill>
                <a:latin typeface="Arial"/>
                <a:ea typeface="Arial"/>
                <a:cs typeface="Arial"/>
              </a:defRPr>
            </a:lvl4pPr>
            <a:lvl5pPr>
              <a:defRPr sz="1650" b="1">
                <a:solidFill>
                  <a:srgbClr val="315D4B"/>
                </a:solidFill>
                <a:latin typeface="Arial"/>
                <a:ea typeface="Arial"/>
                <a:cs typeface="Arial"/>
              </a:defRPr>
            </a:lvl5pPr>
            <a:lvl6pPr>
              <a:defRPr sz="1650" b="1">
                <a:solidFill>
                  <a:srgbClr val="315D4B"/>
                </a:solidFill>
                <a:latin typeface="Arial"/>
                <a:ea typeface="Arial"/>
                <a:cs typeface="Arial"/>
              </a:defRPr>
            </a:lvl6pPr>
            <a:lvl7pPr>
              <a:defRPr sz="1650" b="1">
                <a:solidFill>
                  <a:srgbClr val="315D4B"/>
                </a:solidFill>
                <a:latin typeface="Arial"/>
                <a:ea typeface="Arial"/>
                <a:cs typeface="Arial"/>
              </a:defRPr>
            </a:lvl7pPr>
            <a:lvl8pPr>
              <a:defRPr sz="1650" b="1">
                <a:solidFill>
                  <a:srgbClr val="315D4B"/>
                </a:solidFill>
                <a:latin typeface="Arial"/>
                <a:ea typeface="Arial"/>
                <a:cs typeface="Arial"/>
              </a:defRPr>
            </a:lvl8pPr>
            <a:lvl9pPr>
              <a:defRPr sz="1650" b="1">
                <a:solidFill>
                  <a:srgbClr val="315D4B"/>
                </a:solidFill>
                <a:latin typeface="Arial"/>
                <a:ea typeface="Arial"/>
                <a:cs typeface="Arial"/>
              </a:defRPr>
            </a:lvl9pPr>
          </a:lstStyle>
          <a:p xmlns:a="http://schemas.openxmlformats.org/drawingml/2006/main">
            <a:pPr>
              <a:defRPr sz="1650" b="1">
                <a:solidFill>
                  <a:srgbClr val="315D4B"/>
                </a:solidFill>
                <a:latin typeface="Arial"/>
                <a:ea typeface="Arial"/>
                <a:cs typeface="Arial"/>
              </a:defRPr>
            </a:pPr>
            <a:r>
              <a:rPr sz="1650" b="1">
                <a:solidFill>
                  <a:srgbClr val="315D4B"/>
                </a:solidFill>
                <a:latin typeface="Arial"/>
                <a:ea typeface="Arial"/>
                <a:cs typeface="Arial"/>
              </a:rPr>
              <a:t>02</a:t>
            </a:r>
          </a:p>
        </p:txBody>
      </p:sp>
      <p:sp>
        <p:nvSpPr>
          <p:cNvPr id="10" name="">
            <a:extLst xmlns:a="http://schemas.openxmlformats.org/drawingml/2006/main">
              <a:ext uri="{FF2B5EF4-FFF2-40B4-BE49-F238E27FC236}">
                <a16:creationId xmlns:a16="http://schemas.microsoft.com/office/drawing/2014/main" id="{AF41C68B-0575-436C-9F56-118C3B39EA08}"/>
              </a:ext>
            </a:extLst>
          </p:cNvPr>
          <p:cNvSpPr>
            <a:spLocks xmlns:a="http://schemas.openxmlformats.org/drawingml/2006/main" noGrp="1"/>
          </p:cNvSpPr>
          <p:nvPr/>
        </p:nvSpPr>
        <p:spPr>
          <a:xfrm xmlns:a="http://schemas.openxmlformats.org/drawingml/2006/main">
            <a:off x="1314450" y="3762375"/>
            <a:ext cx="96583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650" b="1">
                <a:solidFill>
                  <a:srgbClr val="24362D"/>
                </a:solidFill>
                <a:latin typeface="Arial"/>
                <a:ea typeface="Arial"/>
                <a:cs typeface="Arial"/>
              </a:defRPr>
            </a:defPPr>
            <a:lvl1pPr>
              <a:defRPr sz="1650" b="1">
                <a:solidFill>
                  <a:srgbClr val="24362D"/>
                </a:solidFill>
                <a:latin typeface="Arial"/>
                <a:ea typeface="Arial"/>
                <a:cs typeface="Arial"/>
              </a:defRPr>
            </a:lvl1pPr>
            <a:lvl2pPr>
              <a:defRPr sz="1650" b="1">
                <a:solidFill>
                  <a:srgbClr val="24362D"/>
                </a:solidFill>
                <a:latin typeface="Arial"/>
                <a:ea typeface="Arial"/>
                <a:cs typeface="Arial"/>
              </a:defRPr>
            </a:lvl2pPr>
            <a:lvl3pPr>
              <a:defRPr sz="1650" b="1">
                <a:solidFill>
                  <a:srgbClr val="24362D"/>
                </a:solidFill>
                <a:latin typeface="Arial"/>
                <a:ea typeface="Arial"/>
                <a:cs typeface="Arial"/>
              </a:defRPr>
            </a:lvl3pPr>
            <a:lvl4pPr>
              <a:defRPr sz="1650" b="1">
                <a:solidFill>
                  <a:srgbClr val="24362D"/>
                </a:solidFill>
                <a:latin typeface="Arial"/>
                <a:ea typeface="Arial"/>
                <a:cs typeface="Arial"/>
              </a:defRPr>
            </a:lvl4pPr>
            <a:lvl5pPr>
              <a:defRPr sz="1650" b="1">
                <a:solidFill>
                  <a:srgbClr val="24362D"/>
                </a:solidFill>
                <a:latin typeface="Arial"/>
                <a:ea typeface="Arial"/>
                <a:cs typeface="Arial"/>
              </a:defRPr>
            </a:lvl5pPr>
            <a:lvl6pPr>
              <a:defRPr sz="1650" b="1">
                <a:solidFill>
                  <a:srgbClr val="24362D"/>
                </a:solidFill>
                <a:latin typeface="Arial"/>
                <a:ea typeface="Arial"/>
                <a:cs typeface="Arial"/>
              </a:defRPr>
            </a:lvl6pPr>
            <a:lvl7pPr>
              <a:defRPr sz="1650" b="1">
                <a:solidFill>
                  <a:srgbClr val="24362D"/>
                </a:solidFill>
                <a:latin typeface="Arial"/>
                <a:ea typeface="Arial"/>
                <a:cs typeface="Arial"/>
              </a:defRPr>
            </a:lvl7pPr>
            <a:lvl8pPr>
              <a:defRPr sz="1650" b="1">
                <a:solidFill>
                  <a:srgbClr val="24362D"/>
                </a:solidFill>
                <a:latin typeface="Arial"/>
                <a:ea typeface="Arial"/>
                <a:cs typeface="Arial"/>
              </a:defRPr>
            </a:lvl8pPr>
            <a:lvl9pPr>
              <a:defRPr sz="1650" b="1">
                <a:solidFill>
                  <a:srgbClr val="24362D"/>
                </a:solidFill>
                <a:latin typeface="Arial"/>
                <a:ea typeface="Arial"/>
                <a:cs typeface="Arial"/>
              </a:defRPr>
            </a:lvl9pPr>
          </a:lstStyle>
          <a:p xmlns:a="http://schemas.openxmlformats.org/drawingml/2006/main">
            <a:pPr>
              <a:defRPr sz="1650" b="1">
                <a:solidFill>
                  <a:srgbClr val="24362D"/>
                </a:solidFill>
                <a:latin typeface="Arial"/>
                <a:ea typeface="Arial"/>
                <a:cs typeface="Arial"/>
              </a:defRPr>
            </a:pPr>
            <a:r>
              <a:rPr sz="1650" b="1">
                <a:solidFill>
                  <a:srgbClr val="24362D"/>
                </a:solidFill>
                <a:latin typeface="Arial"/>
                <a:ea typeface="Arial"/>
                <a:cs typeface="Arial"/>
              </a:rPr>
              <a:t>Sáu module có thể thao tác</a:t>
            </a:r>
          </a:p>
        </p:txBody>
      </p:sp>
      <p:sp>
        <p:nvSpPr>
          <p:cNvPr id="11" name="">
            <a:extLst xmlns:a="http://schemas.openxmlformats.org/drawingml/2006/main">
              <a:ext uri="{FF2B5EF4-FFF2-40B4-BE49-F238E27FC236}">
                <a16:creationId xmlns:a16="http://schemas.microsoft.com/office/drawing/2014/main" id="{BDF7A67D-F77A-4304-9A39-EB56A5D96F86}"/>
              </a:ext>
            </a:extLst>
          </p:cNvPr>
          <p:cNvSpPr>
            <a:spLocks xmlns:a="http://schemas.openxmlformats.org/drawingml/2006/main" noGrp="1"/>
          </p:cNvSpPr>
          <p:nvPr/>
        </p:nvSpPr>
        <p:spPr>
          <a:xfrm xmlns:a="http://schemas.openxmlformats.org/drawingml/2006/main">
            <a:off x="1314450" y="4095750"/>
            <a:ext cx="96583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65786C"/>
                </a:solidFill>
                <a:latin typeface="Arial"/>
                <a:ea typeface="Arial"/>
                <a:cs typeface="Arial"/>
              </a:defRPr>
            </a:defPPr>
            <a:lvl1pPr>
              <a:defRPr sz="1200" b="0">
                <a:solidFill>
                  <a:srgbClr val="65786C"/>
                </a:solidFill>
                <a:latin typeface="Arial"/>
                <a:ea typeface="Arial"/>
                <a:cs typeface="Arial"/>
              </a:defRPr>
            </a:lvl1pPr>
            <a:lvl2pPr>
              <a:defRPr sz="1200" b="0">
                <a:solidFill>
                  <a:srgbClr val="65786C"/>
                </a:solidFill>
                <a:latin typeface="Arial"/>
                <a:ea typeface="Arial"/>
                <a:cs typeface="Arial"/>
              </a:defRPr>
            </a:lvl2pPr>
            <a:lvl3pPr>
              <a:defRPr sz="1200" b="0">
                <a:solidFill>
                  <a:srgbClr val="65786C"/>
                </a:solidFill>
                <a:latin typeface="Arial"/>
                <a:ea typeface="Arial"/>
                <a:cs typeface="Arial"/>
              </a:defRPr>
            </a:lvl3pPr>
            <a:lvl4pPr>
              <a:defRPr sz="1200" b="0">
                <a:solidFill>
                  <a:srgbClr val="65786C"/>
                </a:solidFill>
                <a:latin typeface="Arial"/>
                <a:ea typeface="Arial"/>
                <a:cs typeface="Arial"/>
              </a:defRPr>
            </a:lvl4pPr>
            <a:lvl5pPr>
              <a:defRPr sz="1200" b="0">
                <a:solidFill>
                  <a:srgbClr val="65786C"/>
                </a:solidFill>
                <a:latin typeface="Arial"/>
                <a:ea typeface="Arial"/>
                <a:cs typeface="Arial"/>
              </a:defRPr>
            </a:lvl5pPr>
            <a:lvl6pPr>
              <a:defRPr sz="1200" b="0">
                <a:solidFill>
                  <a:srgbClr val="65786C"/>
                </a:solidFill>
                <a:latin typeface="Arial"/>
                <a:ea typeface="Arial"/>
                <a:cs typeface="Arial"/>
              </a:defRPr>
            </a:lvl6pPr>
            <a:lvl7pPr>
              <a:defRPr sz="1200" b="0">
                <a:solidFill>
                  <a:srgbClr val="65786C"/>
                </a:solidFill>
                <a:latin typeface="Arial"/>
                <a:ea typeface="Arial"/>
                <a:cs typeface="Arial"/>
              </a:defRPr>
            </a:lvl7pPr>
            <a:lvl8pPr>
              <a:defRPr sz="1200" b="0">
                <a:solidFill>
                  <a:srgbClr val="65786C"/>
                </a:solidFill>
                <a:latin typeface="Arial"/>
                <a:ea typeface="Arial"/>
                <a:cs typeface="Arial"/>
              </a:defRPr>
            </a:lvl8pPr>
            <a:lvl9pPr>
              <a:defRPr sz="1200" b="0">
                <a:solidFill>
                  <a:srgbClr val="65786C"/>
                </a:solidFill>
                <a:latin typeface="Arial"/>
                <a:ea typeface="Arial"/>
                <a:cs typeface="Arial"/>
              </a:defRPr>
            </a:lvl9pPr>
          </a:lstStyle>
          <a:p xmlns:a="http://schemas.openxmlformats.org/drawingml/2006/main">
            <a:pPr>
              <a:defRPr sz="1200" b="0">
                <a:solidFill>
                  <a:srgbClr val="65786C"/>
                </a:solidFill>
                <a:latin typeface="Arial"/>
                <a:ea typeface="Arial"/>
                <a:cs typeface="Arial"/>
              </a:defRPr>
            </a:pPr>
            <a:r>
              <a:rPr sz="1200" b="0">
                <a:solidFill>
                  <a:srgbClr val="65786C"/>
                </a:solidFill>
                <a:latin typeface="Arial"/>
                <a:ea typeface="Arial"/>
                <a:cs typeface="Arial"/>
              </a:rPr>
              <a:t>Connectivity, Dataset, SQL Lab, Chart Builder, Dashboard, Security/Audit.</a:t>
            </a:r>
          </a:p>
        </p:txBody>
      </p:sp>
      <p:sp>
        <p:nvSpPr>
          <p:cNvPr id="12" name="">
            <a:extLst xmlns:a="http://schemas.openxmlformats.org/drawingml/2006/main">
              <a:ext uri="{FF2B5EF4-FFF2-40B4-BE49-F238E27FC236}">
                <a16:creationId xmlns:a16="http://schemas.microsoft.com/office/drawing/2014/main" id="{3B213340-895F-47D9-A46B-0B1383198A97}"/>
              </a:ext>
            </a:extLst>
          </p:cNvPr>
          <p:cNvSpPr>
            <a:spLocks xmlns:a="http://schemas.openxmlformats.org/drawingml/2006/main" noGrp="1"/>
          </p:cNvSpPr>
          <p:nvPr/>
        </p:nvSpPr>
        <p:spPr>
          <a:xfrm xmlns:a="http://schemas.openxmlformats.org/drawingml/2006/main">
            <a:off x="685800" y="4867275"/>
            <a:ext cx="5143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650" b="1">
                <a:solidFill>
                  <a:srgbClr val="315D4B"/>
                </a:solidFill>
                <a:latin typeface="Arial"/>
                <a:ea typeface="Arial"/>
                <a:cs typeface="Arial"/>
              </a:defRPr>
            </a:defPPr>
            <a:lvl1pPr>
              <a:defRPr sz="1650" b="1">
                <a:solidFill>
                  <a:srgbClr val="315D4B"/>
                </a:solidFill>
                <a:latin typeface="Arial"/>
                <a:ea typeface="Arial"/>
                <a:cs typeface="Arial"/>
              </a:defRPr>
            </a:lvl1pPr>
            <a:lvl2pPr>
              <a:defRPr sz="1650" b="1">
                <a:solidFill>
                  <a:srgbClr val="315D4B"/>
                </a:solidFill>
                <a:latin typeface="Arial"/>
                <a:ea typeface="Arial"/>
                <a:cs typeface="Arial"/>
              </a:defRPr>
            </a:lvl2pPr>
            <a:lvl3pPr>
              <a:defRPr sz="1650" b="1">
                <a:solidFill>
                  <a:srgbClr val="315D4B"/>
                </a:solidFill>
                <a:latin typeface="Arial"/>
                <a:ea typeface="Arial"/>
                <a:cs typeface="Arial"/>
              </a:defRPr>
            </a:lvl3pPr>
            <a:lvl4pPr>
              <a:defRPr sz="1650" b="1">
                <a:solidFill>
                  <a:srgbClr val="315D4B"/>
                </a:solidFill>
                <a:latin typeface="Arial"/>
                <a:ea typeface="Arial"/>
                <a:cs typeface="Arial"/>
              </a:defRPr>
            </a:lvl4pPr>
            <a:lvl5pPr>
              <a:defRPr sz="1650" b="1">
                <a:solidFill>
                  <a:srgbClr val="315D4B"/>
                </a:solidFill>
                <a:latin typeface="Arial"/>
                <a:ea typeface="Arial"/>
                <a:cs typeface="Arial"/>
              </a:defRPr>
            </a:lvl5pPr>
            <a:lvl6pPr>
              <a:defRPr sz="1650" b="1">
                <a:solidFill>
                  <a:srgbClr val="315D4B"/>
                </a:solidFill>
                <a:latin typeface="Arial"/>
                <a:ea typeface="Arial"/>
                <a:cs typeface="Arial"/>
              </a:defRPr>
            </a:lvl6pPr>
            <a:lvl7pPr>
              <a:defRPr sz="1650" b="1">
                <a:solidFill>
                  <a:srgbClr val="315D4B"/>
                </a:solidFill>
                <a:latin typeface="Arial"/>
                <a:ea typeface="Arial"/>
                <a:cs typeface="Arial"/>
              </a:defRPr>
            </a:lvl7pPr>
            <a:lvl8pPr>
              <a:defRPr sz="1650" b="1">
                <a:solidFill>
                  <a:srgbClr val="315D4B"/>
                </a:solidFill>
                <a:latin typeface="Arial"/>
                <a:ea typeface="Arial"/>
                <a:cs typeface="Arial"/>
              </a:defRPr>
            </a:lvl8pPr>
            <a:lvl9pPr>
              <a:defRPr sz="1650" b="1">
                <a:solidFill>
                  <a:srgbClr val="315D4B"/>
                </a:solidFill>
                <a:latin typeface="Arial"/>
                <a:ea typeface="Arial"/>
                <a:cs typeface="Arial"/>
              </a:defRPr>
            </a:lvl9pPr>
          </a:lstStyle>
          <a:p xmlns:a="http://schemas.openxmlformats.org/drawingml/2006/main">
            <a:pPr>
              <a:defRPr sz="1650" b="1">
                <a:solidFill>
                  <a:srgbClr val="315D4B"/>
                </a:solidFill>
                <a:latin typeface="Arial"/>
                <a:ea typeface="Arial"/>
                <a:cs typeface="Arial"/>
              </a:defRPr>
            </a:pPr>
            <a:r>
              <a:rPr sz="1650" b="1">
                <a:solidFill>
                  <a:srgbClr val="315D4B"/>
                </a:solidFill>
                <a:latin typeface="Arial"/>
                <a:ea typeface="Arial"/>
                <a:cs typeface="Arial"/>
              </a:rPr>
              <a:t>03</a:t>
            </a:r>
          </a:p>
        </p:txBody>
      </p:sp>
      <p:sp>
        <p:nvSpPr>
          <p:cNvPr id="13" name="">
            <a:extLst xmlns:a="http://schemas.openxmlformats.org/drawingml/2006/main">
              <a:ext uri="{FF2B5EF4-FFF2-40B4-BE49-F238E27FC236}">
                <a16:creationId xmlns:a16="http://schemas.microsoft.com/office/drawing/2014/main" id="{C92BB937-853F-46F1-BE65-7565D822687B}"/>
              </a:ext>
            </a:extLst>
          </p:cNvPr>
          <p:cNvSpPr>
            <a:spLocks xmlns:a="http://schemas.openxmlformats.org/drawingml/2006/main" noGrp="1"/>
          </p:cNvSpPr>
          <p:nvPr/>
        </p:nvSpPr>
        <p:spPr>
          <a:xfrm xmlns:a="http://schemas.openxmlformats.org/drawingml/2006/main">
            <a:off x="1314450" y="4848225"/>
            <a:ext cx="96583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650" b="1">
                <a:solidFill>
                  <a:srgbClr val="24362D"/>
                </a:solidFill>
                <a:latin typeface="Arial"/>
                <a:ea typeface="Arial"/>
                <a:cs typeface="Arial"/>
              </a:defRPr>
            </a:defPPr>
            <a:lvl1pPr>
              <a:defRPr sz="1650" b="1">
                <a:solidFill>
                  <a:srgbClr val="24362D"/>
                </a:solidFill>
                <a:latin typeface="Arial"/>
                <a:ea typeface="Arial"/>
                <a:cs typeface="Arial"/>
              </a:defRPr>
            </a:lvl1pPr>
            <a:lvl2pPr>
              <a:defRPr sz="1650" b="1">
                <a:solidFill>
                  <a:srgbClr val="24362D"/>
                </a:solidFill>
                <a:latin typeface="Arial"/>
                <a:ea typeface="Arial"/>
                <a:cs typeface="Arial"/>
              </a:defRPr>
            </a:lvl2pPr>
            <a:lvl3pPr>
              <a:defRPr sz="1650" b="1">
                <a:solidFill>
                  <a:srgbClr val="24362D"/>
                </a:solidFill>
                <a:latin typeface="Arial"/>
                <a:ea typeface="Arial"/>
                <a:cs typeface="Arial"/>
              </a:defRPr>
            </a:lvl3pPr>
            <a:lvl4pPr>
              <a:defRPr sz="1650" b="1">
                <a:solidFill>
                  <a:srgbClr val="24362D"/>
                </a:solidFill>
                <a:latin typeface="Arial"/>
                <a:ea typeface="Arial"/>
                <a:cs typeface="Arial"/>
              </a:defRPr>
            </a:lvl4pPr>
            <a:lvl5pPr>
              <a:defRPr sz="1650" b="1">
                <a:solidFill>
                  <a:srgbClr val="24362D"/>
                </a:solidFill>
                <a:latin typeface="Arial"/>
                <a:ea typeface="Arial"/>
                <a:cs typeface="Arial"/>
              </a:defRPr>
            </a:lvl5pPr>
            <a:lvl6pPr>
              <a:defRPr sz="1650" b="1">
                <a:solidFill>
                  <a:srgbClr val="24362D"/>
                </a:solidFill>
                <a:latin typeface="Arial"/>
                <a:ea typeface="Arial"/>
                <a:cs typeface="Arial"/>
              </a:defRPr>
            </a:lvl6pPr>
            <a:lvl7pPr>
              <a:defRPr sz="1650" b="1">
                <a:solidFill>
                  <a:srgbClr val="24362D"/>
                </a:solidFill>
                <a:latin typeface="Arial"/>
                <a:ea typeface="Arial"/>
                <a:cs typeface="Arial"/>
              </a:defRPr>
            </a:lvl7pPr>
            <a:lvl8pPr>
              <a:defRPr sz="1650" b="1">
                <a:solidFill>
                  <a:srgbClr val="24362D"/>
                </a:solidFill>
                <a:latin typeface="Arial"/>
                <a:ea typeface="Arial"/>
                <a:cs typeface="Arial"/>
              </a:defRPr>
            </a:lvl8pPr>
            <a:lvl9pPr>
              <a:defRPr sz="1650" b="1">
                <a:solidFill>
                  <a:srgbClr val="24362D"/>
                </a:solidFill>
                <a:latin typeface="Arial"/>
                <a:ea typeface="Arial"/>
                <a:cs typeface="Arial"/>
              </a:defRPr>
            </a:lvl9pPr>
          </a:lstStyle>
          <a:p xmlns:a="http://schemas.openxmlformats.org/drawingml/2006/main">
            <a:pPr>
              <a:defRPr sz="1650" b="1">
                <a:solidFill>
                  <a:srgbClr val="24362D"/>
                </a:solidFill>
                <a:latin typeface="Arial"/>
                <a:ea typeface="Arial"/>
                <a:cs typeface="Arial"/>
              </a:defRPr>
            </a:pPr>
            <a:r>
              <a:rPr sz="1650" b="1">
                <a:solidFill>
                  <a:srgbClr val="24362D"/>
                </a:solidFill>
                <a:latin typeface="Arial"/>
                <a:ea typeface="Arial"/>
                <a:cs typeface="Arial"/>
              </a:rPr>
              <a:t>Kịch bản bổ sung từ buổi sau</a:t>
            </a:r>
          </a:p>
        </p:txBody>
      </p:sp>
      <p:sp>
        <p:nvSpPr>
          <p:cNvPr id="14" name="">
            <a:extLst xmlns:a="http://schemas.openxmlformats.org/drawingml/2006/main">
              <a:ext uri="{FF2B5EF4-FFF2-40B4-BE49-F238E27FC236}">
                <a16:creationId xmlns:a16="http://schemas.microsoft.com/office/drawing/2014/main" id="{F9D503B9-3A95-4CE7-926A-1F7C02A96325}"/>
              </a:ext>
            </a:extLst>
          </p:cNvPr>
          <p:cNvSpPr>
            <a:spLocks xmlns:a="http://schemas.openxmlformats.org/drawingml/2006/main" noGrp="1"/>
          </p:cNvSpPr>
          <p:nvPr/>
        </p:nvSpPr>
        <p:spPr>
          <a:xfrm xmlns:a="http://schemas.openxmlformats.org/drawingml/2006/main">
            <a:off x="1314450" y="5181600"/>
            <a:ext cx="96583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65786C"/>
                </a:solidFill>
                <a:latin typeface="Arial"/>
                <a:ea typeface="Arial"/>
                <a:cs typeface="Arial"/>
              </a:defRPr>
            </a:defPPr>
            <a:lvl1pPr>
              <a:defRPr sz="1200" b="0">
                <a:solidFill>
                  <a:srgbClr val="65786C"/>
                </a:solidFill>
                <a:latin typeface="Arial"/>
                <a:ea typeface="Arial"/>
                <a:cs typeface="Arial"/>
              </a:defRPr>
            </a:lvl1pPr>
            <a:lvl2pPr>
              <a:defRPr sz="1200" b="0">
                <a:solidFill>
                  <a:srgbClr val="65786C"/>
                </a:solidFill>
                <a:latin typeface="Arial"/>
                <a:ea typeface="Arial"/>
                <a:cs typeface="Arial"/>
              </a:defRPr>
            </a:lvl2pPr>
            <a:lvl3pPr>
              <a:defRPr sz="1200" b="0">
                <a:solidFill>
                  <a:srgbClr val="65786C"/>
                </a:solidFill>
                <a:latin typeface="Arial"/>
                <a:ea typeface="Arial"/>
                <a:cs typeface="Arial"/>
              </a:defRPr>
            </a:lvl3pPr>
            <a:lvl4pPr>
              <a:defRPr sz="1200" b="0">
                <a:solidFill>
                  <a:srgbClr val="65786C"/>
                </a:solidFill>
                <a:latin typeface="Arial"/>
                <a:ea typeface="Arial"/>
                <a:cs typeface="Arial"/>
              </a:defRPr>
            </a:lvl4pPr>
            <a:lvl5pPr>
              <a:defRPr sz="1200" b="0">
                <a:solidFill>
                  <a:srgbClr val="65786C"/>
                </a:solidFill>
                <a:latin typeface="Arial"/>
                <a:ea typeface="Arial"/>
                <a:cs typeface="Arial"/>
              </a:defRPr>
            </a:lvl5pPr>
            <a:lvl6pPr>
              <a:defRPr sz="1200" b="0">
                <a:solidFill>
                  <a:srgbClr val="65786C"/>
                </a:solidFill>
                <a:latin typeface="Arial"/>
                <a:ea typeface="Arial"/>
                <a:cs typeface="Arial"/>
              </a:defRPr>
            </a:lvl6pPr>
            <a:lvl7pPr>
              <a:defRPr sz="1200" b="0">
                <a:solidFill>
                  <a:srgbClr val="65786C"/>
                </a:solidFill>
                <a:latin typeface="Arial"/>
                <a:ea typeface="Arial"/>
                <a:cs typeface="Arial"/>
              </a:defRPr>
            </a:lvl7pPr>
            <a:lvl8pPr>
              <a:defRPr sz="1200" b="0">
                <a:solidFill>
                  <a:srgbClr val="65786C"/>
                </a:solidFill>
                <a:latin typeface="Arial"/>
                <a:ea typeface="Arial"/>
                <a:cs typeface="Arial"/>
              </a:defRPr>
            </a:lvl8pPr>
            <a:lvl9pPr>
              <a:defRPr sz="1200" b="0">
                <a:solidFill>
                  <a:srgbClr val="65786C"/>
                </a:solidFill>
                <a:latin typeface="Arial"/>
                <a:ea typeface="Arial"/>
                <a:cs typeface="Arial"/>
              </a:defRPr>
            </a:lvl9pPr>
          </a:lstStyle>
          <a:p xmlns:a="http://schemas.openxmlformats.org/drawingml/2006/main">
            <a:pPr>
              <a:defRPr sz="1200" b="0">
                <a:solidFill>
                  <a:srgbClr val="65786C"/>
                </a:solidFill>
                <a:latin typeface="Arial"/>
                <a:ea typeface="Arial"/>
                <a:cs typeface="Arial"/>
              </a:defRPr>
            </a:pPr>
            <a:r>
              <a:rPr sz="1200" b="0">
                <a:solidFill>
                  <a:srgbClr val="65786C"/>
                </a:solidFill>
                <a:latin typeface="Arial"/>
                <a:ea typeface="Arial"/>
                <a:cs typeface="Arial"/>
              </a:rPr>
              <a:t>Tải CSV → thống kê chất lượng dữ liệu → tạo dashboard tự động.</a:t>
            </a:r>
          </a:p>
        </p:txBody>
      </p:sp>
    </p:spTree>
    <p:extLst>
      <p:ext uri="{BB962C8B-B14F-4D97-AF65-F5344CB8AC3E}">
        <p14:creationId xmlns:p14="http://schemas.microsoft.com/office/powerpoint/2010/main" val="13238988"/>
      </p:ext>
    </p:extLst>
  </p:cSld>
</p:sld>
</file>

<file path=ppt/slides/slide3.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39B6AC8D-A811-4583-B707-64E7CAF18D21}"/>
              </a:ext>
            </a:extLst>
          </p:cNvPr>
          <p:cNvSpPr>
            <a:spLocks xmlns:a="http://schemas.openxmlformats.org/drawingml/2006/main" noGrp="1"/>
          </p:cNvSpPr>
          <p:nvPr/>
        </p:nvSpPr>
        <p:spPr>
          <a:xfrm xmlns:a="http://schemas.openxmlformats.org/drawingml/2006/main">
            <a:off x="685800" y="381000"/>
            <a:ext cx="7620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975" b="1">
                <a:solidFill>
                  <a:srgbClr val="315D4B"/>
                </a:solidFill>
                <a:latin typeface="Arial"/>
                <a:ea typeface="Arial"/>
                <a:cs typeface="Arial"/>
              </a:defRPr>
            </a:defPPr>
            <a:lvl1pPr>
              <a:defRPr sz="975" b="1">
                <a:solidFill>
                  <a:srgbClr val="315D4B"/>
                </a:solidFill>
                <a:latin typeface="Arial"/>
                <a:ea typeface="Arial"/>
                <a:cs typeface="Arial"/>
              </a:defRPr>
            </a:lvl1pPr>
            <a:lvl2pPr>
              <a:defRPr sz="975" b="1">
                <a:solidFill>
                  <a:srgbClr val="315D4B"/>
                </a:solidFill>
                <a:latin typeface="Arial"/>
                <a:ea typeface="Arial"/>
                <a:cs typeface="Arial"/>
              </a:defRPr>
            </a:lvl2pPr>
            <a:lvl3pPr>
              <a:defRPr sz="975" b="1">
                <a:solidFill>
                  <a:srgbClr val="315D4B"/>
                </a:solidFill>
                <a:latin typeface="Arial"/>
                <a:ea typeface="Arial"/>
                <a:cs typeface="Arial"/>
              </a:defRPr>
            </a:lvl3pPr>
            <a:lvl4pPr>
              <a:defRPr sz="975" b="1">
                <a:solidFill>
                  <a:srgbClr val="315D4B"/>
                </a:solidFill>
                <a:latin typeface="Arial"/>
                <a:ea typeface="Arial"/>
                <a:cs typeface="Arial"/>
              </a:defRPr>
            </a:lvl4pPr>
            <a:lvl5pPr>
              <a:defRPr sz="975" b="1">
                <a:solidFill>
                  <a:srgbClr val="315D4B"/>
                </a:solidFill>
                <a:latin typeface="Arial"/>
                <a:ea typeface="Arial"/>
                <a:cs typeface="Arial"/>
              </a:defRPr>
            </a:lvl5pPr>
            <a:lvl6pPr>
              <a:defRPr sz="975" b="1">
                <a:solidFill>
                  <a:srgbClr val="315D4B"/>
                </a:solidFill>
                <a:latin typeface="Arial"/>
                <a:ea typeface="Arial"/>
                <a:cs typeface="Arial"/>
              </a:defRPr>
            </a:lvl6pPr>
            <a:lvl7pPr>
              <a:defRPr sz="975" b="1">
                <a:solidFill>
                  <a:srgbClr val="315D4B"/>
                </a:solidFill>
                <a:latin typeface="Arial"/>
                <a:ea typeface="Arial"/>
                <a:cs typeface="Arial"/>
              </a:defRPr>
            </a:lvl7pPr>
            <a:lvl8pPr>
              <a:defRPr sz="975" b="1">
                <a:solidFill>
                  <a:srgbClr val="315D4B"/>
                </a:solidFill>
                <a:latin typeface="Arial"/>
                <a:ea typeface="Arial"/>
                <a:cs typeface="Arial"/>
              </a:defRPr>
            </a:lvl8pPr>
            <a:lvl9pPr>
              <a:defRPr sz="975" b="1">
                <a:solidFill>
                  <a:srgbClr val="315D4B"/>
                </a:solidFill>
                <a:latin typeface="Arial"/>
                <a:ea typeface="Arial"/>
                <a:cs typeface="Arial"/>
              </a:defRPr>
            </a:lvl9pPr>
          </a:lstStyle>
          <a:p xmlns:a="http://schemas.openxmlformats.org/drawingml/2006/main">
            <a:pPr>
              <a:defRPr sz="975" b="1">
                <a:solidFill>
                  <a:srgbClr val="315D4B"/>
                </a:solidFill>
                <a:latin typeface="Arial"/>
                <a:ea typeface="Arial"/>
                <a:cs typeface="Arial"/>
              </a:defRPr>
            </a:pPr>
            <a:r>
              <a:rPr sz="975" b="1">
                <a:solidFill>
                  <a:srgbClr val="315D4B"/>
                </a:solidFill>
                <a:latin typeface="Arial"/>
                <a:ea typeface="Arial"/>
                <a:cs typeface="Arial"/>
              </a:rPr>
              <a:t>BÁO CÁO POC / BI DASHBOARD</a:t>
            </a:r>
          </a:p>
        </p:txBody>
      </p:sp>
      <p:sp>
        <p:nvSpPr>
          <p:cNvPr id="2" name="">
            <a:extLst xmlns:a="http://schemas.openxmlformats.org/drawingml/2006/main">
              <a:ext uri="{FF2B5EF4-FFF2-40B4-BE49-F238E27FC236}">
                <a16:creationId xmlns:a16="http://schemas.microsoft.com/office/drawing/2014/main" id="{F8403049-1021-4012-9451-9E4CCF5FE913}"/>
              </a:ext>
            </a:extLst>
          </p:cNvPr>
          <p:cNvSpPr>
            <a:spLocks xmlns:a="http://schemas.openxmlformats.org/drawingml/2006/main" noGrp="1"/>
          </p:cNvSpPr>
          <p:nvPr/>
        </p:nvSpPr>
        <p:spPr>
          <a:xfrm xmlns:a="http://schemas.openxmlformats.org/drawingml/2006/main">
            <a:off x="685800" y="838200"/>
            <a:ext cx="108204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000" b="1">
                <a:solidFill>
                  <a:srgbClr val="24362D"/>
                </a:solidFill>
                <a:latin typeface="Arial"/>
                <a:ea typeface="Arial"/>
                <a:cs typeface="Arial"/>
              </a:defRPr>
            </a:defPPr>
            <a:lvl1pPr>
              <a:defRPr sz="3000" b="1">
                <a:solidFill>
                  <a:srgbClr val="24362D"/>
                </a:solidFill>
                <a:latin typeface="Arial"/>
                <a:ea typeface="Arial"/>
                <a:cs typeface="Arial"/>
              </a:defRPr>
            </a:lvl1pPr>
            <a:lvl2pPr>
              <a:defRPr sz="3000" b="1">
                <a:solidFill>
                  <a:srgbClr val="24362D"/>
                </a:solidFill>
                <a:latin typeface="Arial"/>
                <a:ea typeface="Arial"/>
                <a:cs typeface="Arial"/>
              </a:defRPr>
            </a:lvl2pPr>
            <a:lvl3pPr>
              <a:defRPr sz="3000" b="1">
                <a:solidFill>
                  <a:srgbClr val="24362D"/>
                </a:solidFill>
                <a:latin typeface="Arial"/>
                <a:ea typeface="Arial"/>
                <a:cs typeface="Arial"/>
              </a:defRPr>
            </a:lvl3pPr>
            <a:lvl4pPr>
              <a:defRPr sz="3000" b="1">
                <a:solidFill>
                  <a:srgbClr val="24362D"/>
                </a:solidFill>
                <a:latin typeface="Arial"/>
                <a:ea typeface="Arial"/>
                <a:cs typeface="Arial"/>
              </a:defRPr>
            </a:lvl4pPr>
            <a:lvl5pPr>
              <a:defRPr sz="3000" b="1">
                <a:solidFill>
                  <a:srgbClr val="24362D"/>
                </a:solidFill>
                <a:latin typeface="Arial"/>
                <a:ea typeface="Arial"/>
                <a:cs typeface="Arial"/>
              </a:defRPr>
            </a:lvl5pPr>
            <a:lvl6pPr>
              <a:defRPr sz="3000" b="1">
                <a:solidFill>
                  <a:srgbClr val="24362D"/>
                </a:solidFill>
                <a:latin typeface="Arial"/>
                <a:ea typeface="Arial"/>
                <a:cs typeface="Arial"/>
              </a:defRPr>
            </a:lvl6pPr>
            <a:lvl7pPr>
              <a:defRPr sz="3000" b="1">
                <a:solidFill>
                  <a:srgbClr val="24362D"/>
                </a:solidFill>
                <a:latin typeface="Arial"/>
                <a:ea typeface="Arial"/>
                <a:cs typeface="Arial"/>
              </a:defRPr>
            </a:lvl7pPr>
            <a:lvl8pPr>
              <a:defRPr sz="3000" b="1">
                <a:solidFill>
                  <a:srgbClr val="24362D"/>
                </a:solidFill>
                <a:latin typeface="Arial"/>
                <a:ea typeface="Arial"/>
                <a:cs typeface="Arial"/>
              </a:defRPr>
            </a:lvl8pPr>
            <a:lvl9pPr>
              <a:defRPr sz="3000" b="1">
                <a:solidFill>
                  <a:srgbClr val="24362D"/>
                </a:solidFill>
                <a:latin typeface="Arial"/>
                <a:ea typeface="Arial"/>
                <a:cs typeface="Arial"/>
              </a:defRPr>
            </a:lvl9pPr>
          </a:lstStyle>
          <a:p xmlns:a="http://schemas.openxmlformats.org/drawingml/2006/main">
            <a:pPr>
              <a:defRPr sz="3000" b="1">
                <a:solidFill>
                  <a:srgbClr val="24362D"/>
                </a:solidFill>
                <a:latin typeface="Arial"/>
                <a:ea typeface="Arial"/>
                <a:cs typeface="Arial"/>
              </a:defRPr>
            </a:pPr>
            <a:r>
              <a:rPr sz="3000" b="1">
                <a:solidFill>
                  <a:srgbClr val="24362D"/>
                </a:solidFill>
                <a:latin typeface="Arial"/>
                <a:ea typeface="Arial"/>
                <a:cs typeface="Arial"/>
              </a:rPr>
              <a:t>Demo trực tiếp: luồng PostgreSQL</a:t>
            </a:r>
          </a:p>
        </p:txBody>
      </p:sp>
      <p:sp>
        <p:nvSpPr>
          <p:cNvPr id="3" name="">
            <a:extLst xmlns:a="http://schemas.openxmlformats.org/drawingml/2006/main">
              <a:ext uri="{FF2B5EF4-FFF2-40B4-BE49-F238E27FC236}">
                <a16:creationId xmlns:a16="http://schemas.microsoft.com/office/drawing/2014/main" id="{BC3F5C33-3229-448D-B9B7-4A3B2385AE3B}"/>
              </a:ext>
            </a:extLst>
          </p:cNvPr>
          <p:cNvSpPr>
            <a:spLocks xmlns:a="http://schemas.openxmlformats.org/drawingml/2006/main" noGrp="1"/>
          </p:cNvSpPr>
          <p:nvPr/>
        </p:nvSpPr>
        <p:spPr>
          <a:xfrm xmlns:a="http://schemas.openxmlformats.org/drawingml/2006/main">
            <a:off x="685800" y="6448425"/>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825" b="1">
                <a:solidFill>
                  <a:srgbClr val="65786C"/>
                </a:solidFill>
                <a:latin typeface="Arial"/>
                <a:ea typeface="Arial"/>
                <a:cs typeface="Arial"/>
              </a:defRPr>
            </a:defPPr>
            <a:lvl1pPr>
              <a:defRPr sz="825" b="1">
                <a:solidFill>
                  <a:srgbClr val="65786C"/>
                </a:solidFill>
                <a:latin typeface="Arial"/>
                <a:ea typeface="Arial"/>
                <a:cs typeface="Arial"/>
              </a:defRPr>
            </a:lvl1pPr>
            <a:lvl2pPr>
              <a:defRPr sz="825" b="1">
                <a:solidFill>
                  <a:srgbClr val="65786C"/>
                </a:solidFill>
                <a:latin typeface="Arial"/>
                <a:ea typeface="Arial"/>
                <a:cs typeface="Arial"/>
              </a:defRPr>
            </a:lvl2pPr>
            <a:lvl3pPr>
              <a:defRPr sz="825" b="1">
                <a:solidFill>
                  <a:srgbClr val="65786C"/>
                </a:solidFill>
                <a:latin typeface="Arial"/>
                <a:ea typeface="Arial"/>
                <a:cs typeface="Arial"/>
              </a:defRPr>
            </a:lvl3pPr>
            <a:lvl4pPr>
              <a:defRPr sz="825" b="1">
                <a:solidFill>
                  <a:srgbClr val="65786C"/>
                </a:solidFill>
                <a:latin typeface="Arial"/>
                <a:ea typeface="Arial"/>
                <a:cs typeface="Arial"/>
              </a:defRPr>
            </a:lvl4pPr>
            <a:lvl5pPr>
              <a:defRPr sz="825" b="1">
                <a:solidFill>
                  <a:srgbClr val="65786C"/>
                </a:solidFill>
                <a:latin typeface="Arial"/>
                <a:ea typeface="Arial"/>
                <a:cs typeface="Arial"/>
              </a:defRPr>
            </a:lvl5pPr>
            <a:lvl6pPr>
              <a:defRPr sz="825" b="1">
                <a:solidFill>
                  <a:srgbClr val="65786C"/>
                </a:solidFill>
                <a:latin typeface="Arial"/>
                <a:ea typeface="Arial"/>
                <a:cs typeface="Arial"/>
              </a:defRPr>
            </a:lvl6pPr>
            <a:lvl7pPr>
              <a:defRPr sz="825" b="1">
                <a:solidFill>
                  <a:srgbClr val="65786C"/>
                </a:solidFill>
                <a:latin typeface="Arial"/>
                <a:ea typeface="Arial"/>
                <a:cs typeface="Arial"/>
              </a:defRPr>
            </a:lvl7pPr>
            <a:lvl8pPr>
              <a:defRPr sz="825" b="1">
                <a:solidFill>
                  <a:srgbClr val="65786C"/>
                </a:solidFill>
                <a:latin typeface="Arial"/>
                <a:ea typeface="Arial"/>
                <a:cs typeface="Arial"/>
              </a:defRPr>
            </a:lvl8pPr>
            <a:lvl9pPr>
              <a:defRPr sz="825" b="1">
                <a:solidFill>
                  <a:srgbClr val="65786C"/>
                </a:solidFill>
                <a:latin typeface="Arial"/>
                <a:ea typeface="Arial"/>
                <a:cs typeface="Arial"/>
              </a:defRPr>
            </a:lvl9pPr>
          </a:lstStyle>
          <a:p xmlns:a="http://schemas.openxmlformats.org/drawingml/2006/main">
            <a:pPr>
              <a:defRPr sz="825" b="1">
                <a:solidFill>
                  <a:srgbClr val="65786C"/>
                </a:solidFill>
                <a:latin typeface="Arial"/>
                <a:ea typeface="Arial"/>
                <a:cs typeface="Arial"/>
              </a:defRPr>
            </a:pPr>
            <a:r>
              <a:rPr sz="825" b="1">
                <a:solidFill>
                  <a:srgbClr val="65786C"/>
                </a:solidFill>
                <a:latin typeface="Arial"/>
                <a:ea typeface="Arial"/>
                <a:cs typeface="Arial"/>
              </a:rPr>
              <a:t>PYTHERA AI LAB  ·  SPRING BOOT / POSTGRESQL</a:t>
            </a:r>
          </a:p>
        </p:txBody>
      </p:sp>
      <p:sp>
        <p:nvSpPr>
          <p:cNvPr id="4" name="">
            <a:extLst xmlns:a="http://schemas.openxmlformats.org/drawingml/2006/main">
              <a:ext uri="{FF2B5EF4-FFF2-40B4-BE49-F238E27FC236}">
                <a16:creationId xmlns:a16="http://schemas.microsoft.com/office/drawing/2014/main" id="{5D2C4AE8-3E01-4A72-979B-3E3D72796051}"/>
              </a:ext>
            </a:extLst>
          </p:cNvPr>
          <p:cNvSpPr>
            <a:spLocks xmlns:a="http://schemas.openxmlformats.org/drawingml/2006/main" noGrp="1"/>
          </p:cNvSpPr>
          <p:nvPr/>
        </p:nvSpPr>
        <p:spPr>
          <a:xfrm xmlns:a="http://schemas.openxmlformats.org/drawingml/2006/main">
            <a:off x="10477500" y="6448425"/>
            <a:ext cx="1028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lgn="r">
              <a:defRPr sz="825" b="1">
                <a:solidFill>
                  <a:srgbClr val="65786C"/>
                </a:solidFill>
                <a:latin typeface="Arial"/>
                <a:ea typeface="Arial"/>
                <a:cs typeface="Arial"/>
              </a:defRPr>
            </a:defPPr>
            <a:lvl1pPr algn="r">
              <a:defRPr sz="825" b="1">
                <a:solidFill>
                  <a:srgbClr val="65786C"/>
                </a:solidFill>
                <a:latin typeface="Arial"/>
                <a:ea typeface="Arial"/>
                <a:cs typeface="Arial"/>
              </a:defRPr>
            </a:lvl1pPr>
            <a:lvl2pPr algn="r">
              <a:defRPr sz="825" b="1">
                <a:solidFill>
                  <a:srgbClr val="65786C"/>
                </a:solidFill>
                <a:latin typeface="Arial"/>
                <a:ea typeface="Arial"/>
                <a:cs typeface="Arial"/>
              </a:defRPr>
            </a:lvl2pPr>
            <a:lvl3pPr algn="r">
              <a:defRPr sz="825" b="1">
                <a:solidFill>
                  <a:srgbClr val="65786C"/>
                </a:solidFill>
                <a:latin typeface="Arial"/>
                <a:ea typeface="Arial"/>
                <a:cs typeface="Arial"/>
              </a:defRPr>
            </a:lvl3pPr>
            <a:lvl4pPr algn="r">
              <a:defRPr sz="825" b="1">
                <a:solidFill>
                  <a:srgbClr val="65786C"/>
                </a:solidFill>
                <a:latin typeface="Arial"/>
                <a:ea typeface="Arial"/>
                <a:cs typeface="Arial"/>
              </a:defRPr>
            </a:lvl4pPr>
            <a:lvl5pPr algn="r">
              <a:defRPr sz="825" b="1">
                <a:solidFill>
                  <a:srgbClr val="65786C"/>
                </a:solidFill>
                <a:latin typeface="Arial"/>
                <a:ea typeface="Arial"/>
                <a:cs typeface="Arial"/>
              </a:defRPr>
            </a:lvl5pPr>
            <a:lvl6pPr algn="r">
              <a:defRPr sz="825" b="1">
                <a:solidFill>
                  <a:srgbClr val="65786C"/>
                </a:solidFill>
                <a:latin typeface="Arial"/>
                <a:ea typeface="Arial"/>
                <a:cs typeface="Arial"/>
              </a:defRPr>
            </a:lvl6pPr>
            <a:lvl7pPr algn="r">
              <a:defRPr sz="825" b="1">
                <a:solidFill>
                  <a:srgbClr val="65786C"/>
                </a:solidFill>
                <a:latin typeface="Arial"/>
                <a:ea typeface="Arial"/>
                <a:cs typeface="Arial"/>
              </a:defRPr>
            </a:lvl7pPr>
            <a:lvl8pPr algn="r">
              <a:defRPr sz="825" b="1">
                <a:solidFill>
                  <a:srgbClr val="65786C"/>
                </a:solidFill>
                <a:latin typeface="Arial"/>
                <a:ea typeface="Arial"/>
                <a:cs typeface="Arial"/>
              </a:defRPr>
            </a:lvl8pPr>
            <a:lvl9pPr algn="r">
              <a:defRPr sz="825" b="1">
                <a:solidFill>
                  <a:srgbClr val="65786C"/>
                </a:solidFill>
                <a:latin typeface="Arial"/>
                <a:ea typeface="Arial"/>
                <a:cs typeface="Arial"/>
              </a:defRPr>
            </a:lvl9pPr>
          </a:lstStyle>
          <a:p xmlns:a="http://schemas.openxmlformats.org/drawingml/2006/main">
            <a:pPr algn="r">
              <a:defRPr sz="825" b="1">
                <a:solidFill>
                  <a:srgbClr val="65786C"/>
                </a:solidFill>
                <a:latin typeface="Arial"/>
                <a:ea typeface="Arial"/>
                <a:cs typeface="Arial"/>
              </a:defRPr>
            </a:pPr>
            <a:r>
              <a:rPr sz="825" b="1">
                <a:solidFill>
                  <a:srgbClr val="65786C"/>
                </a:solidFill>
                <a:latin typeface="Arial"/>
                <a:ea typeface="Arial"/>
                <a:cs typeface="Arial"/>
              </a:rPr>
              <a:t>03 / 06</a:t>
            </a:r>
          </a:p>
        </p:txBody>
      </p:sp>
      <p:sp>
        <p:nvSpPr>
          <p:cNvPr id="5" name="">
            <a:extLst xmlns:a="http://schemas.openxmlformats.org/drawingml/2006/main">
              <a:ext uri="{FF2B5EF4-FFF2-40B4-BE49-F238E27FC236}">
                <a16:creationId xmlns:a16="http://schemas.microsoft.com/office/drawing/2014/main" id="{44D85D28-A527-406D-B288-E423C64E5336}"/>
              </a:ext>
            </a:extLst>
          </p:cNvPr>
          <p:cNvSpPr>
            <a:spLocks xmlns:a="http://schemas.openxmlformats.org/drawingml/2006/main" noGrp="1"/>
          </p:cNvSpPr>
          <p:nvPr/>
        </p:nvSpPr>
        <p:spPr>
          <a:xfrm xmlns:a="http://schemas.openxmlformats.org/drawingml/2006/main">
            <a:off x="685800" y="1609725"/>
            <a:ext cx="10763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650" b="0">
                <a:solidFill>
                  <a:srgbClr val="315D4B"/>
                </a:solidFill>
                <a:latin typeface="Arial"/>
                <a:ea typeface="Arial"/>
                <a:cs typeface="Arial"/>
              </a:defRPr>
            </a:defPPr>
            <a:lvl1pPr>
              <a:defRPr sz="1650" b="0">
                <a:solidFill>
                  <a:srgbClr val="315D4B"/>
                </a:solidFill>
                <a:latin typeface="Arial"/>
                <a:ea typeface="Arial"/>
                <a:cs typeface="Arial"/>
              </a:defRPr>
            </a:lvl1pPr>
            <a:lvl2pPr>
              <a:defRPr sz="1650" b="0">
                <a:solidFill>
                  <a:srgbClr val="315D4B"/>
                </a:solidFill>
                <a:latin typeface="Arial"/>
                <a:ea typeface="Arial"/>
                <a:cs typeface="Arial"/>
              </a:defRPr>
            </a:lvl2pPr>
            <a:lvl3pPr>
              <a:defRPr sz="1650" b="0">
                <a:solidFill>
                  <a:srgbClr val="315D4B"/>
                </a:solidFill>
                <a:latin typeface="Arial"/>
                <a:ea typeface="Arial"/>
                <a:cs typeface="Arial"/>
              </a:defRPr>
            </a:lvl3pPr>
            <a:lvl4pPr>
              <a:defRPr sz="1650" b="0">
                <a:solidFill>
                  <a:srgbClr val="315D4B"/>
                </a:solidFill>
                <a:latin typeface="Arial"/>
                <a:ea typeface="Arial"/>
                <a:cs typeface="Arial"/>
              </a:defRPr>
            </a:lvl4pPr>
            <a:lvl5pPr>
              <a:defRPr sz="1650" b="0">
                <a:solidFill>
                  <a:srgbClr val="315D4B"/>
                </a:solidFill>
                <a:latin typeface="Arial"/>
                <a:ea typeface="Arial"/>
                <a:cs typeface="Arial"/>
              </a:defRPr>
            </a:lvl5pPr>
            <a:lvl6pPr>
              <a:defRPr sz="1650" b="0">
                <a:solidFill>
                  <a:srgbClr val="315D4B"/>
                </a:solidFill>
                <a:latin typeface="Arial"/>
                <a:ea typeface="Arial"/>
                <a:cs typeface="Arial"/>
              </a:defRPr>
            </a:lvl6pPr>
            <a:lvl7pPr>
              <a:defRPr sz="1650" b="0">
                <a:solidFill>
                  <a:srgbClr val="315D4B"/>
                </a:solidFill>
                <a:latin typeface="Arial"/>
                <a:ea typeface="Arial"/>
                <a:cs typeface="Arial"/>
              </a:defRPr>
            </a:lvl7pPr>
            <a:lvl8pPr>
              <a:defRPr sz="1650" b="0">
                <a:solidFill>
                  <a:srgbClr val="315D4B"/>
                </a:solidFill>
                <a:latin typeface="Arial"/>
                <a:ea typeface="Arial"/>
                <a:cs typeface="Arial"/>
              </a:defRPr>
            </a:lvl8pPr>
            <a:lvl9pPr>
              <a:defRPr sz="1650" b="0">
                <a:solidFill>
                  <a:srgbClr val="315D4B"/>
                </a:solidFill>
                <a:latin typeface="Arial"/>
                <a:ea typeface="Arial"/>
                <a:cs typeface="Arial"/>
              </a:defRPr>
            </a:lvl9pPr>
          </a:lstStyle>
          <a:p xmlns:a="http://schemas.openxmlformats.org/drawingml/2006/main">
            <a:pPr>
              <a:defRPr sz="1650" b="0">
                <a:solidFill>
                  <a:srgbClr val="315D4B"/>
                </a:solidFill>
                <a:latin typeface="Arial"/>
                <a:ea typeface="Arial"/>
                <a:cs typeface="Arial"/>
              </a:defRPr>
            </a:pPr>
            <a:r>
              <a:rPr sz="1650" b="0">
                <a:solidFill>
                  <a:srgbClr val="315D4B"/>
                </a:solidFill>
                <a:latin typeface="Arial"/>
                <a:ea typeface="Arial"/>
                <a:cs typeface="Arial"/>
              </a:rPr>
              <a:t>Dữ liệu mẫu: orders + products  →  dashboard “Tổng quan bán hàng 2025”</a:t>
            </a:r>
          </a:p>
        </p:txBody>
      </p:sp>
      <p:sp>
        <p:nvSpPr>
          <p:cNvPr id="6" name="">
            <a:extLst xmlns:a="http://schemas.openxmlformats.org/drawingml/2006/main">
              <a:ext uri="{FF2B5EF4-FFF2-40B4-BE49-F238E27FC236}">
                <a16:creationId xmlns:a16="http://schemas.microsoft.com/office/drawing/2014/main" id="{7F342A22-D302-4CDD-852E-E0BB953BB867}"/>
              </a:ext>
            </a:extLst>
          </p:cNvPr>
          <p:cNvSpPr>
            <a:spLocks xmlns:a="http://schemas.openxmlformats.org/drawingml/2006/main" noGrp="1"/>
          </p:cNvSpPr>
          <p:nvPr/>
        </p:nvSpPr>
        <p:spPr>
          <a:xfrm xmlns:a="http://schemas.openxmlformats.org/drawingml/2006/main">
            <a:off x="685800" y="2419350"/>
            <a:ext cx="5143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650" b="1">
                <a:solidFill>
                  <a:srgbClr val="315D4B"/>
                </a:solidFill>
                <a:latin typeface="Arial"/>
                <a:ea typeface="Arial"/>
                <a:cs typeface="Arial"/>
              </a:defRPr>
            </a:defPPr>
            <a:lvl1pPr>
              <a:defRPr sz="1650" b="1">
                <a:solidFill>
                  <a:srgbClr val="315D4B"/>
                </a:solidFill>
                <a:latin typeface="Arial"/>
                <a:ea typeface="Arial"/>
                <a:cs typeface="Arial"/>
              </a:defRPr>
            </a:lvl1pPr>
            <a:lvl2pPr>
              <a:defRPr sz="1650" b="1">
                <a:solidFill>
                  <a:srgbClr val="315D4B"/>
                </a:solidFill>
                <a:latin typeface="Arial"/>
                <a:ea typeface="Arial"/>
                <a:cs typeface="Arial"/>
              </a:defRPr>
            </a:lvl2pPr>
            <a:lvl3pPr>
              <a:defRPr sz="1650" b="1">
                <a:solidFill>
                  <a:srgbClr val="315D4B"/>
                </a:solidFill>
                <a:latin typeface="Arial"/>
                <a:ea typeface="Arial"/>
                <a:cs typeface="Arial"/>
              </a:defRPr>
            </a:lvl3pPr>
            <a:lvl4pPr>
              <a:defRPr sz="1650" b="1">
                <a:solidFill>
                  <a:srgbClr val="315D4B"/>
                </a:solidFill>
                <a:latin typeface="Arial"/>
                <a:ea typeface="Arial"/>
                <a:cs typeface="Arial"/>
              </a:defRPr>
            </a:lvl4pPr>
            <a:lvl5pPr>
              <a:defRPr sz="1650" b="1">
                <a:solidFill>
                  <a:srgbClr val="315D4B"/>
                </a:solidFill>
                <a:latin typeface="Arial"/>
                <a:ea typeface="Arial"/>
                <a:cs typeface="Arial"/>
              </a:defRPr>
            </a:lvl5pPr>
            <a:lvl6pPr>
              <a:defRPr sz="1650" b="1">
                <a:solidFill>
                  <a:srgbClr val="315D4B"/>
                </a:solidFill>
                <a:latin typeface="Arial"/>
                <a:ea typeface="Arial"/>
                <a:cs typeface="Arial"/>
              </a:defRPr>
            </a:lvl6pPr>
            <a:lvl7pPr>
              <a:defRPr sz="1650" b="1">
                <a:solidFill>
                  <a:srgbClr val="315D4B"/>
                </a:solidFill>
                <a:latin typeface="Arial"/>
                <a:ea typeface="Arial"/>
                <a:cs typeface="Arial"/>
              </a:defRPr>
            </a:lvl7pPr>
            <a:lvl8pPr>
              <a:defRPr sz="1650" b="1">
                <a:solidFill>
                  <a:srgbClr val="315D4B"/>
                </a:solidFill>
                <a:latin typeface="Arial"/>
                <a:ea typeface="Arial"/>
                <a:cs typeface="Arial"/>
              </a:defRPr>
            </a:lvl8pPr>
            <a:lvl9pPr>
              <a:defRPr sz="1650" b="1">
                <a:solidFill>
                  <a:srgbClr val="315D4B"/>
                </a:solidFill>
                <a:latin typeface="Arial"/>
                <a:ea typeface="Arial"/>
                <a:cs typeface="Arial"/>
              </a:defRPr>
            </a:lvl9pPr>
          </a:lstStyle>
          <a:p xmlns:a="http://schemas.openxmlformats.org/drawingml/2006/main">
            <a:pPr>
              <a:defRPr sz="1650" b="1">
                <a:solidFill>
                  <a:srgbClr val="315D4B"/>
                </a:solidFill>
                <a:latin typeface="Arial"/>
                <a:ea typeface="Arial"/>
                <a:cs typeface="Arial"/>
              </a:defRPr>
            </a:pPr>
            <a:r>
              <a:rPr sz="1650" b="1">
                <a:solidFill>
                  <a:srgbClr val="315D4B"/>
                </a:solidFill>
                <a:latin typeface="Arial"/>
                <a:ea typeface="Arial"/>
                <a:cs typeface="Arial"/>
              </a:rPr>
              <a:t>01</a:t>
            </a:r>
          </a:p>
        </p:txBody>
      </p:sp>
      <p:sp>
        <p:nvSpPr>
          <p:cNvPr id="7" name="">
            <a:extLst xmlns:a="http://schemas.openxmlformats.org/drawingml/2006/main">
              <a:ext uri="{FF2B5EF4-FFF2-40B4-BE49-F238E27FC236}">
                <a16:creationId xmlns:a16="http://schemas.microsoft.com/office/drawing/2014/main" id="{85B842C1-A411-4627-BF6A-32E8E0A41E80}"/>
              </a:ext>
            </a:extLst>
          </p:cNvPr>
          <p:cNvSpPr>
            <a:spLocks xmlns:a="http://schemas.openxmlformats.org/drawingml/2006/main" noGrp="1"/>
          </p:cNvSpPr>
          <p:nvPr/>
        </p:nvSpPr>
        <p:spPr>
          <a:xfrm xmlns:a="http://schemas.openxmlformats.org/drawingml/2006/main">
            <a:off x="1314450" y="2400300"/>
            <a:ext cx="98488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650" b="1">
                <a:solidFill>
                  <a:srgbClr val="24362D"/>
                </a:solidFill>
                <a:latin typeface="Arial"/>
                <a:ea typeface="Arial"/>
                <a:cs typeface="Arial"/>
              </a:defRPr>
            </a:defPPr>
            <a:lvl1pPr>
              <a:defRPr sz="1650" b="1">
                <a:solidFill>
                  <a:srgbClr val="24362D"/>
                </a:solidFill>
                <a:latin typeface="Arial"/>
                <a:ea typeface="Arial"/>
                <a:cs typeface="Arial"/>
              </a:defRPr>
            </a:lvl1pPr>
            <a:lvl2pPr>
              <a:defRPr sz="1650" b="1">
                <a:solidFill>
                  <a:srgbClr val="24362D"/>
                </a:solidFill>
                <a:latin typeface="Arial"/>
                <a:ea typeface="Arial"/>
                <a:cs typeface="Arial"/>
              </a:defRPr>
            </a:lvl2pPr>
            <a:lvl3pPr>
              <a:defRPr sz="1650" b="1">
                <a:solidFill>
                  <a:srgbClr val="24362D"/>
                </a:solidFill>
                <a:latin typeface="Arial"/>
                <a:ea typeface="Arial"/>
                <a:cs typeface="Arial"/>
              </a:defRPr>
            </a:lvl3pPr>
            <a:lvl4pPr>
              <a:defRPr sz="1650" b="1">
                <a:solidFill>
                  <a:srgbClr val="24362D"/>
                </a:solidFill>
                <a:latin typeface="Arial"/>
                <a:ea typeface="Arial"/>
                <a:cs typeface="Arial"/>
              </a:defRPr>
            </a:lvl4pPr>
            <a:lvl5pPr>
              <a:defRPr sz="1650" b="1">
                <a:solidFill>
                  <a:srgbClr val="24362D"/>
                </a:solidFill>
                <a:latin typeface="Arial"/>
                <a:ea typeface="Arial"/>
                <a:cs typeface="Arial"/>
              </a:defRPr>
            </a:lvl5pPr>
            <a:lvl6pPr>
              <a:defRPr sz="1650" b="1">
                <a:solidFill>
                  <a:srgbClr val="24362D"/>
                </a:solidFill>
                <a:latin typeface="Arial"/>
                <a:ea typeface="Arial"/>
                <a:cs typeface="Arial"/>
              </a:defRPr>
            </a:lvl6pPr>
            <a:lvl7pPr>
              <a:defRPr sz="1650" b="1">
                <a:solidFill>
                  <a:srgbClr val="24362D"/>
                </a:solidFill>
                <a:latin typeface="Arial"/>
                <a:ea typeface="Arial"/>
                <a:cs typeface="Arial"/>
              </a:defRPr>
            </a:lvl7pPr>
            <a:lvl8pPr>
              <a:defRPr sz="1650" b="1">
                <a:solidFill>
                  <a:srgbClr val="24362D"/>
                </a:solidFill>
                <a:latin typeface="Arial"/>
                <a:ea typeface="Arial"/>
                <a:cs typeface="Arial"/>
              </a:defRPr>
            </a:lvl8pPr>
            <a:lvl9pPr>
              <a:defRPr sz="1650" b="1">
                <a:solidFill>
                  <a:srgbClr val="24362D"/>
                </a:solidFill>
                <a:latin typeface="Arial"/>
                <a:ea typeface="Arial"/>
                <a:cs typeface="Arial"/>
              </a:defRPr>
            </a:lvl9pPr>
          </a:lstStyle>
          <a:p xmlns:a="http://schemas.openxmlformats.org/drawingml/2006/main">
            <a:pPr>
              <a:defRPr sz="1650" b="1">
                <a:solidFill>
                  <a:srgbClr val="24362D"/>
                </a:solidFill>
                <a:latin typeface="Arial"/>
                <a:ea typeface="Arial"/>
                <a:cs typeface="Arial"/>
              </a:defRPr>
            </a:pPr>
            <a:r>
              <a:rPr sz="1650" b="1">
                <a:solidFill>
                  <a:srgbClr val="24362D"/>
                </a:solidFill>
                <a:latin typeface="Arial"/>
                <a:ea typeface="Arial"/>
                <a:cs typeface="Arial"/>
              </a:rPr>
              <a:t>Đăng nhập và kiểm tra nguồn</a:t>
            </a:r>
          </a:p>
        </p:txBody>
      </p:sp>
      <p:sp>
        <p:nvSpPr>
          <p:cNvPr id="8" name="">
            <a:extLst xmlns:a="http://schemas.openxmlformats.org/drawingml/2006/main">
              <a:ext uri="{FF2B5EF4-FFF2-40B4-BE49-F238E27FC236}">
                <a16:creationId xmlns:a16="http://schemas.microsoft.com/office/drawing/2014/main" id="{77E6FD38-43FC-4774-8099-20A87CF19641}"/>
              </a:ext>
            </a:extLst>
          </p:cNvPr>
          <p:cNvSpPr>
            <a:spLocks xmlns:a="http://schemas.openxmlformats.org/drawingml/2006/main" noGrp="1"/>
          </p:cNvSpPr>
          <p:nvPr/>
        </p:nvSpPr>
        <p:spPr>
          <a:xfrm xmlns:a="http://schemas.openxmlformats.org/drawingml/2006/main">
            <a:off x="1314450" y="2733675"/>
            <a:ext cx="98488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65786C"/>
                </a:solidFill>
                <a:latin typeface="Arial"/>
                <a:ea typeface="Arial"/>
                <a:cs typeface="Arial"/>
              </a:defRPr>
            </a:defPPr>
            <a:lvl1pPr>
              <a:defRPr sz="1200" b="0">
                <a:solidFill>
                  <a:srgbClr val="65786C"/>
                </a:solidFill>
                <a:latin typeface="Arial"/>
                <a:ea typeface="Arial"/>
                <a:cs typeface="Arial"/>
              </a:defRPr>
            </a:lvl1pPr>
            <a:lvl2pPr>
              <a:defRPr sz="1200" b="0">
                <a:solidFill>
                  <a:srgbClr val="65786C"/>
                </a:solidFill>
                <a:latin typeface="Arial"/>
                <a:ea typeface="Arial"/>
                <a:cs typeface="Arial"/>
              </a:defRPr>
            </a:lvl2pPr>
            <a:lvl3pPr>
              <a:defRPr sz="1200" b="0">
                <a:solidFill>
                  <a:srgbClr val="65786C"/>
                </a:solidFill>
                <a:latin typeface="Arial"/>
                <a:ea typeface="Arial"/>
                <a:cs typeface="Arial"/>
              </a:defRPr>
            </a:lvl3pPr>
            <a:lvl4pPr>
              <a:defRPr sz="1200" b="0">
                <a:solidFill>
                  <a:srgbClr val="65786C"/>
                </a:solidFill>
                <a:latin typeface="Arial"/>
                <a:ea typeface="Arial"/>
                <a:cs typeface="Arial"/>
              </a:defRPr>
            </a:lvl4pPr>
            <a:lvl5pPr>
              <a:defRPr sz="1200" b="0">
                <a:solidFill>
                  <a:srgbClr val="65786C"/>
                </a:solidFill>
                <a:latin typeface="Arial"/>
                <a:ea typeface="Arial"/>
                <a:cs typeface="Arial"/>
              </a:defRPr>
            </a:lvl5pPr>
            <a:lvl6pPr>
              <a:defRPr sz="1200" b="0">
                <a:solidFill>
                  <a:srgbClr val="65786C"/>
                </a:solidFill>
                <a:latin typeface="Arial"/>
                <a:ea typeface="Arial"/>
                <a:cs typeface="Arial"/>
              </a:defRPr>
            </a:lvl6pPr>
            <a:lvl7pPr>
              <a:defRPr sz="1200" b="0">
                <a:solidFill>
                  <a:srgbClr val="65786C"/>
                </a:solidFill>
                <a:latin typeface="Arial"/>
                <a:ea typeface="Arial"/>
                <a:cs typeface="Arial"/>
              </a:defRPr>
            </a:lvl7pPr>
            <a:lvl8pPr>
              <a:defRPr sz="1200" b="0">
                <a:solidFill>
                  <a:srgbClr val="65786C"/>
                </a:solidFill>
                <a:latin typeface="Arial"/>
                <a:ea typeface="Arial"/>
                <a:cs typeface="Arial"/>
              </a:defRPr>
            </a:lvl8pPr>
            <a:lvl9pPr>
              <a:defRPr sz="1200" b="0">
                <a:solidFill>
                  <a:srgbClr val="65786C"/>
                </a:solidFill>
                <a:latin typeface="Arial"/>
                <a:ea typeface="Arial"/>
                <a:cs typeface="Arial"/>
              </a:defRPr>
            </a:lvl9pPr>
          </a:lstStyle>
          <a:p xmlns:a="http://schemas.openxmlformats.org/drawingml/2006/main">
            <a:pPr>
              <a:defRPr sz="1200" b="0">
                <a:solidFill>
                  <a:srgbClr val="65786C"/>
                </a:solidFill>
                <a:latin typeface="Arial"/>
                <a:ea typeface="Arial"/>
                <a:cs typeface="Arial"/>
              </a:defRPr>
            </a:pPr>
            <a:r>
              <a:rPr sz="1200" b="0">
                <a:solidFill>
                  <a:srgbClr val="65786C"/>
                </a:solidFill>
                <a:latin typeface="Arial"/>
                <a:ea typeface="Arial"/>
                <a:cs typeface="Arial"/>
              </a:rPr>
              <a:t>Dùng admin; mở Kết nối dữ liệu, xem bảng orders và products.</a:t>
            </a:r>
          </a:p>
        </p:txBody>
      </p:sp>
      <p:sp>
        <p:nvSpPr>
          <p:cNvPr id="9" name="">
            <a:extLst xmlns:a="http://schemas.openxmlformats.org/drawingml/2006/main">
              <a:ext uri="{FF2B5EF4-FFF2-40B4-BE49-F238E27FC236}">
                <a16:creationId xmlns:a16="http://schemas.microsoft.com/office/drawing/2014/main" id="{AB2B8C21-1556-409C-97DD-12ECDF385F04}"/>
              </a:ext>
            </a:extLst>
          </p:cNvPr>
          <p:cNvSpPr>
            <a:spLocks xmlns:a="http://schemas.openxmlformats.org/drawingml/2006/main" noGrp="1"/>
          </p:cNvSpPr>
          <p:nvPr/>
        </p:nvSpPr>
        <p:spPr>
          <a:xfrm xmlns:a="http://schemas.openxmlformats.org/drawingml/2006/main">
            <a:off x="685800" y="3267075"/>
            <a:ext cx="5143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650" b="1">
                <a:solidFill>
                  <a:srgbClr val="315D4B"/>
                </a:solidFill>
                <a:latin typeface="Arial"/>
                <a:ea typeface="Arial"/>
                <a:cs typeface="Arial"/>
              </a:defRPr>
            </a:defPPr>
            <a:lvl1pPr>
              <a:defRPr sz="1650" b="1">
                <a:solidFill>
                  <a:srgbClr val="315D4B"/>
                </a:solidFill>
                <a:latin typeface="Arial"/>
                <a:ea typeface="Arial"/>
                <a:cs typeface="Arial"/>
              </a:defRPr>
            </a:lvl1pPr>
            <a:lvl2pPr>
              <a:defRPr sz="1650" b="1">
                <a:solidFill>
                  <a:srgbClr val="315D4B"/>
                </a:solidFill>
                <a:latin typeface="Arial"/>
                <a:ea typeface="Arial"/>
                <a:cs typeface="Arial"/>
              </a:defRPr>
            </a:lvl2pPr>
            <a:lvl3pPr>
              <a:defRPr sz="1650" b="1">
                <a:solidFill>
                  <a:srgbClr val="315D4B"/>
                </a:solidFill>
                <a:latin typeface="Arial"/>
                <a:ea typeface="Arial"/>
                <a:cs typeface="Arial"/>
              </a:defRPr>
            </a:lvl3pPr>
            <a:lvl4pPr>
              <a:defRPr sz="1650" b="1">
                <a:solidFill>
                  <a:srgbClr val="315D4B"/>
                </a:solidFill>
                <a:latin typeface="Arial"/>
                <a:ea typeface="Arial"/>
                <a:cs typeface="Arial"/>
              </a:defRPr>
            </a:lvl4pPr>
            <a:lvl5pPr>
              <a:defRPr sz="1650" b="1">
                <a:solidFill>
                  <a:srgbClr val="315D4B"/>
                </a:solidFill>
                <a:latin typeface="Arial"/>
                <a:ea typeface="Arial"/>
                <a:cs typeface="Arial"/>
              </a:defRPr>
            </a:lvl5pPr>
            <a:lvl6pPr>
              <a:defRPr sz="1650" b="1">
                <a:solidFill>
                  <a:srgbClr val="315D4B"/>
                </a:solidFill>
                <a:latin typeface="Arial"/>
                <a:ea typeface="Arial"/>
                <a:cs typeface="Arial"/>
              </a:defRPr>
            </a:lvl6pPr>
            <a:lvl7pPr>
              <a:defRPr sz="1650" b="1">
                <a:solidFill>
                  <a:srgbClr val="315D4B"/>
                </a:solidFill>
                <a:latin typeface="Arial"/>
                <a:ea typeface="Arial"/>
                <a:cs typeface="Arial"/>
              </a:defRPr>
            </a:lvl7pPr>
            <a:lvl8pPr>
              <a:defRPr sz="1650" b="1">
                <a:solidFill>
                  <a:srgbClr val="315D4B"/>
                </a:solidFill>
                <a:latin typeface="Arial"/>
                <a:ea typeface="Arial"/>
                <a:cs typeface="Arial"/>
              </a:defRPr>
            </a:lvl8pPr>
            <a:lvl9pPr>
              <a:defRPr sz="1650" b="1">
                <a:solidFill>
                  <a:srgbClr val="315D4B"/>
                </a:solidFill>
                <a:latin typeface="Arial"/>
                <a:ea typeface="Arial"/>
                <a:cs typeface="Arial"/>
              </a:defRPr>
            </a:lvl9pPr>
          </a:lstStyle>
          <a:p xmlns:a="http://schemas.openxmlformats.org/drawingml/2006/main">
            <a:pPr>
              <a:defRPr sz="1650" b="1">
                <a:solidFill>
                  <a:srgbClr val="315D4B"/>
                </a:solidFill>
                <a:latin typeface="Arial"/>
                <a:ea typeface="Arial"/>
                <a:cs typeface="Arial"/>
              </a:defRPr>
            </a:pPr>
            <a:r>
              <a:rPr sz="1650" b="1">
                <a:solidFill>
                  <a:srgbClr val="315D4B"/>
                </a:solidFill>
                <a:latin typeface="Arial"/>
                <a:ea typeface="Arial"/>
                <a:cs typeface="Arial"/>
              </a:rPr>
              <a:t>02</a:t>
            </a:r>
          </a:p>
        </p:txBody>
      </p:sp>
      <p:sp>
        <p:nvSpPr>
          <p:cNvPr id="10" name="">
            <a:extLst xmlns:a="http://schemas.openxmlformats.org/drawingml/2006/main">
              <a:ext uri="{FF2B5EF4-FFF2-40B4-BE49-F238E27FC236}">
                <a16:creationId xmlns:a16="http://schemas.microsoft.com/office/drawing/2014/main" id="{6822E4FB-49B9-4C30-90AD-649F17F7EA08}"/>
              </a:ext>
            </a:extLst>
          </p:cNvPr>
          <p:cNvSpPr>
            <a:spLocks xmlns:a="http://schemas.openxmlformats.org/drawingml/2006/main" noGrp="1"/>
          </p:cNvSpPr>
          <p:nvPr/>
        </p:nvSpPr>
        <p:spPr>
          <a:xfrm xmlns:a="http://schemas.openxmlformats.org/drawingml/2006/main">
            <a:off x="1314450" y="3248025"/>
            <a:ext cx="98488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650" b="1">
                <a:solidFill>
                  <a:srgbClr val="24362D"/>
                </a:solidFill>
                <a:latin typeface="Arial"/>
                <a:ea typeface="Arial"/>
                <a:cs typeface="Arial"/>
              </a:defRPr>
            </a:defPPr>
            <a:lvl1pPr>
              <a:defRPr sz="1650" b="1">
                <a:solidFill>
                  <a:srgbClr val="24362D"/>
                </a:solidFill>
                <a:latin typeface="Arial"/>
                <a:ea typeface="Arial"/>
                <a:cs typeface="Arial"/>
              </a:defRPr>
            </a:lvl1pPr>
            <a:lvl2pPr>
              <a:defRPr sz="1650" b="1">
                <a:solidFill>
                  <a:srgbClr val="24362D"/>
                </a:solidFill>
                <a:latin typeface="Arial"/>
                <a:ea typeface="Arial"/>
                <a:cs typeface="Arial"/>
              </a:defRPr>
            </a:lvl2pPr>
            <a:lvl3pPr>
              <a:defRPr sz="1650" b="1">
                <a:solidFill>
                  <a:srgbClr val="24362D"/>
                </a:solidFill>
                <a:latin typeface="Arial"/>
                <a:ea typeface="Arial"/>
                <a:cs typeface="Arial"/>
              </a:defRPr>
            </a:lvl3pPr>
            <a:lvl4pPr>
              <a:defRPr sz="1650" b="1">
                <a:solidFill>
                  <a:srgbClr val="24362D"/>
                </a:solidFill>
                <a:latin typeface="Arial"/>
                <a:ea typeface="Arial"/>
                <a:cs typeface="Arial"/>
              </a:defRPr>
            </a:lvl4pPr>
            <a:lvl5pPr>
              <a:defRPr sz="1650" b="1">
                <a:solidFill>
                  <a:srgbClr val="24362D"/>
                </a:solidFill>
                <a:latin typeface="Arial"/>
                <a:ea typeface="Arial"/>
                <a:cs typeface="Arial"/>
              </a:defRPr>
            </a:lvl5pPr>
            <a:lvl6pPr>
              <a:defRPr sz="1650" b="1">
                <a:solidFill>
                  <a:srgbClr val="24362D"/>
                </a:solidFill>
                <a:latin typeface="Arial"/>
                <a:ea typeface="Arial"/>
                <a:cs typeface="Arial"/>
              </a:defRPr>
            </a:lvl6pPr>
            <a:lvl7pPr>
              <a:defRPr sz="1650" b="1">
                <a:solidFill>
                  <a:srgbClr val="24362D"/>
                </a:solidFill>
                <a:latin typeface="Arial"/>
                <a:ea typeface="Arial"/>
                <a:cs typeface="Arial"/>
              </a:defRPr>
            </a:lvl7pPr>
            <a:lvl8pPr>
              <a:defRPr sz="1650" b="1">
                <a:solidFill>
                  <a:srgbClr val="24362D"/>
                </a:solidFill>
                <a:latin typeface="Arial"/>
                <a:ea typeface="Arial"/>
                <a:cs typeface="Arial"/>
              </a:defRPr>
            </a:lvl8pPr>
            <a:lvl9pPr>
              <a:defRPr sz="1650" b="1">
                <a:solidFill>
                  <a:srgbClr val="24362D"/>
                </a:solidFill>
                <a:latin typeface="Arial"/>
                <a:ea typeface="Arial"/>
                <a:cs typeface="Arial"/>
              </a:defRPr>
            </a:lvl9pPr>
          </a:lstStyle>
          <a:p xmlns:a="http://schemas.openxmlformats.org/drawingml/2006/main">
            <a:pPr>
              <a:defRPr sz="1650" b="1">
                <a:solidFill>
                  <a:srgbClr val="24362D"/>
                </a:solidFill>
                <a:latin typeface="Arial"/>
                <a:ea typeface="Arial"/>
                <a:cs typeface="Arial"/>
              </a:defRPr>
            </a:pPr>
            <a:r>
              <a:rPr sz="1650" b="1">
                <a:solidFill>
                  <a:srgbClr val="24362D"/>
                </a:solidFill>
                <a:latin typeface="Arial"/>
                <a:ea typeface="Arial"/>
                <a:cs typeface="Arial"/>
              </a:rPr>
              <a:t>Xem dataset và chạy SQL</a:t>
            </a:r>
          </a:p>
        </p:txBody>
      </p:sp>
      <p:sp>
        <p:nvSpPr>
          <p:cNvPr id="11" name="">
            <a:extLst xmlns:a="http://schemas.openxmlformats.org/drawingml/2006/main">
              <a:ext uri="{FF2B5EF4-FFF2-40B4-BE49-F238E27FC236}">
                <a16:creationId xmlns:a16="http://schemas.microsoft.com/office/drawing/2014/main" id="{8CF78007-A035-4E81-943B-C2D00B7A3D3C}"/>
              </a:ext>
            </a:extLst>
          </p:cNvPr>
          <p:cNvSpPr>
            <a:spLocks xmlns:a="http://schemas.openxmlformats.org/drawingml/2006/main" noGrp="1"/>
          </p:cNvSpPr>
          <p:nvPr/>
        </p:nvSpPr>
        <p:spPr>
          <a:xfrm xmlns:a="http://schemas.openxmlformats.org/drawingml/2006/main">
            <a:off x="1314450" y="3581400"/>
            <a:ext cx="98488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65786C"/>
                </a:solidFill>
                <a:latin typeface="Arial"/>
                <a:ea typeface="Arial"/>
                <a:cs typeface="Arial"/>
              </a:defRPr>
            </a:defPPr>
            <a:lvl1pPr>
              <a:defRPr sz="1200" b="0">
                <a:solidFill>
                  <a:srgbClr val="65786C"/>
                </a:solidFill>
                <a:latin typeface="Arial"/>
                <a:ea typeface="Arial"/>
                <a:cs typeface="Arial"/>
              </a:defRPr>
            </a:lvl1pPr>
            <a:lvl2pPr>
              <a:defRPr sz="1200" b="0">
                <a:solidFill>
                  <a:srgbClr val="65786C"/>
                </a:solidFill>
                <a:latin typeface="Arial"/>
                <a:ea typeface="Arial"/>
                <a:cs typeface="Arial"/>
              </a:defRPr>
            </a:lvl2pPr>
            <a:lvl3pPr>
              <a:defRPr sz="1200" b="0">
                <a:solidFill>
                  <a:srgbClr val="65786C"/>
                </a:solidFill>
                <a:latin typeface="Arial"/>
                <a:ea typeface="Arial"/>
                <a:cs typeface="Arial"/>
              </a:defRPr>
            </a:lvl3pPr>
            <a:lvl4pPr>
              <a:defRPr sz="1200" b="0">
                <a:solidFill>
                  <a:srgbClr val="65786C"/>
                </a:solidFill>
                <a:latin typeface="Arial"/>
                <a:ea typeface="Arial"/>
                <a:cs typeface="Arial"/>
              </a:defRPr>
            </a:lvl4pPr>
            <a:lvl5pPr>
              <a:defRPr sz="1200" b="0">
                <a:solidFill>
                  <a:srgbClr val="65786C"/>
                </a:solidFill>
                <a:latin typeface="Arial"/>
                <a:ea typeface="Arial"/>
                <a:cs typeface="Arial"/>
              </a:defRPr>
            </a:lvl5pPr>
            <a:lvl6pPr>
              <a:defRPr sz="1200" b="0">
                <a:solidFill>
                  <a:srgbClr val="65786C"/>
                </a:solidFill>
                <a:latin typeface="Arial"/>
                <a:ea typeface="Arial"/>
                <a:cs typeface="Arial"/>
              </a:defRPr>
            </a:lvl6pPr>
            <a:lvl7pPr>
              <a:defRPr sz="1200" b="0">
                <a:solidFill>
                  <a:srgbClr val="65786C"/>
                </a:solidFill>
                <a:latin typeface="Arial"/>
                <a:ea typeface="Arial"/>
                <a:cs typeface="Arial"/>
              </a:defRPr>
            </a:lvl7pPr>
            <a:lvl8pPr>
              <a:defRPr sz="1200" b="0">
                <a:solidFill>
                  <a:srgbClr val="65786C"/>
                </a:solidFill>
                <a:latin typeface="Arial"/>
                <a:ea typeface="Arial"/>
                <a:cs typeface="Arial"/>
              </a:defRPr>
            </a:lvl8pPr>
            <a:lvl9pPr>
              <a:defRPr sz="1200" b="0">
                <a:solidFill>
                  <a:srgbClr val="65786C"/>
                </a:solidFill>
                <a:latin typeface="Arial"/>
                <a:ea typeface="Arial"/>
                <a:cs typeface="Arial"/>
              </a:defRPr>
            </a:lvl9pPr>
          </a:lstStyle>
          <a:p xmlns:a="http://schemas.openxmlformats.org/drawingml/2006/main">
            <a:pPr>
              <a:defRPr sz="1200" b="0">
                <a:solidFill>
                  <a:srgbClr val="65786C"/>
                </a:solidFill>
                <a:latin typeface="Arial"/>
                <a:ea typeface="Arial"/>
                <a:cs typeface="Arial"/>
              </a:defRPr>
            </a:pPr>
            <a:r>
              <a:rPr sz="1200" b="0">
                <a:solidFill>
                  <a:srgbClr val="65786C"/>
                </a:solidFill>
                <a:latin typeface="Arial"/>
                <a:ea typeface="Arial"/>
                <a:cs typeface="Arial"/>
              </a:rPr>
              <a:t>Xem trước dataset vật lý/ảo; chạy truy vấn doanh thu theo vùng.</a:t>
            </a:r>
          </a:p>
        </p:txBody>
      </p:sp>
      <p:sp>
        <p:nvSpPr>
          <p:cNvPr id="12" name="">
            <a:extLst xmlns:a="http://schemas.openxmlformats.org/drawingml/2006/main">
              <a:ext uri="{FF2B5EF4-FFF2-40B4-BE49-F238E27FC236}">
                <a16:creationId xmlns:a16="http://schemas.microsoft.com/office/drawing/2014/main" id="{7FC019C4-23C5-4AC1-B69F-D2753FCCC467}"/>
              </a:ext>
            </a:extLst>
          </p:cNvPr>
          <p:cNvSpPr>
            <a:spLocks xmlns:a="http://schemas.openxmlformats.org/drawingml/2006/main" noGrp="1"/>
          </p:cNvSpPr>
          <p:nvPr/>
        </p:nvSpPr>
        <p:spPr>
          <a:xfrm xmlns:a="http://schemas.openxmlformats.org/drawingml/2006/main">
            <a:off x="685800" y="4114800"/>
            <a:ext cx="5143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650" b="1">
                <a:solidFill>
                  <a:srgbClr val="315D4B"/>
                </a:solidFill>
                <a:latin typeface="Arial"/>
                <a:ea typeface="Arial"/>
                <a:cs typeface="Arial"/>
              </a:defRPr>
            </a:defPPr>
            <a:lvl1pPr>
              <a:defRPr sz="1650" b="1">
                <a:solidFill>
                  <a:srgbClr val="315D4B"/>
                </a:solidFill>
                <a:latin typeface="Arial"/>
                <a:ea typeface="Arial"/>
                <a:cs typeface="Arial"/>
              </a:defRPr>
            </a:lvl1pPr>
            <a:lvl2pPr>
              <a:defRPr sz="1650" b="1">
                <a:solidFill>
                  <a:srgbClr val="315D4B"/>
                </a:solidFill>
                <a:latin typeface="Arial"/>
                <a:ea typeface="Arial"/>
                <a:cs typeface="Arial"/>
              </a:defRPr>
            </a:lvl2pPr>
            <a:lvl3pPr>
              <a:defRPr sz="1650" b="1">
                <a:solidFill>
                  <a:srgbClr val="315D4B"/>
                </a:solidFill>
                <a:latin typeface="Arial"/>
                <a:ea typeface="Arial"/>
                <a:cs typeface="Arial"/>
              </a:defRPr>
            </a:lvl3pPr>
            <a:lvl4pPr>
              <a:defRPr sz="1650" b="1">
                <a:solidFill>
                  <a:srgbClr val="315D4B"/>
                </a:solidFill>
                <a:latin typeface="Arial"/>
                <a:ea typeface="Arial"/>
                <a:cs typeface="Arial"/>
              </a:defRPr>
            </a:lvl4pPr>
            <a:lvl5pPr>
              <a:defRPr sz="1650" b="1">
                <a:solidFill>
                  <a:srgbClr val="315D4B"/>
                </a:solidFill>
                <a:latin typeface="Arial"/>
                <a:ea typeface="Arial"/>
                <a:cs typeface="Arial"/>
              </a:defRPr>
            </a:lvl5pPr>
            <a:lvl6pPr>
              <a:defRPr sz="1650" b="1">
                <a:solidFill>
                  <a:srgbClr val="315D4B"/>
                </a:solidFill>
                <a:latin typeface="Arial"/>
                <a:ea typeface="Arial"/>
                <a:cs typeface="Arial"/>
              </a:defRPr>
            </a:lvl6pPr>
            <a:lvl7pPr>
              <a:defRPr sz="1650" b="1">
                <a:solidFill>
                  <a:srgbClr val="315D4B"/>
                </a:solidFill>
                <a:latin typeface="Arial"/>
                <a:ea typeface="Arial"/>
                <a:cs typeface="Arial"/>
              </a:defRPr>
            </a:lvl7pPr>
            <a:lvl8pPr>
              <a:defRPr sz="1650" b="1">
                <a:solidFill>
                  <a:srgbClr val="315D4B"/>
                </a:solidFill>
                <a:latin typeface="Arial"/>
                <a:ea typeface="Arial"/>
                <a:cs typeface="Arial"/>
              </a:defRPr>
            </a:lvl8pPr>
            <a:lvl9pPr>
              <a:defRPr sz="1650" b="1">
                <a:solidFill>
                  <a:srgbClr val="315D4B"/>
                </a:solidFill>
                <a:latin typeface="Arial"/>
                <a:ea typeface="Arial"/>
                <a:cs typeface="Arial"/>
              </a:defRPr>
            </a:lvl9pPr>
          </a:lstStyle>
          <a:p xmlns:a="http://schemas.openxmlformats.org/drawingml/2006/main">
            <a:pPr>
              <a:defRPr sz="1650" b="1">
                <a:solidFill>
                  <a:srgbClr val="315D4B"/>
                </a:solidFill>
                <a:latin typeface="Arial"/>
                <a:ea typeface="Arial"/>
                <a:cs typeface="Arial"/>
              </a:defRPr>
            </a:pPr>
            <a:r>
              <a:rPr sz="1650" b="1">
                <a:solidFill>
                  <a:srgbClr val="315D4B"/>
                </a:solidFill>
                <a:latin typeface="Arial"/>
                <a:ea typeface="Arial"/>
                <a:cs typeface="Arial"/>
              </a:rPr>
              <a:t>03</a:t>
            </a:r>
          </a:p>
        </p:txBody>
      </p:sp>
      <p:sp>
        <p:nvSpPr>
          <p:cNvPr id="13" name="">
            <a:extLst xmlns:a="http://schemas.openxmlformats.org/drawingml/2006/main">
              <a:ext uri="{FF2B5EF4-FFF2-40B4-BE49-F238E27FC236}">
                <a16:creationId xmlns:a16="http://schemas.microsoft.com/office/drawing/2014/main" id="{F4A41792-7BE2-475D-A050-FBEAF9506060}"/>
              </a:ext>
            </a:extLst>
          </p:cNvPr>
          <p:cNvSpPr>
            <a:spLocks xmlns:a="http://schemas.openxmlformats.org/drawingml/2006/main" noGrp="1"/>
          </p:cNvSpPr>
          <p:nvPr/>
        </p:nvSpPr>
        <p:spPr>
          <a:xfrm xmlns:a="http://schemas.openxmlformats.org/drawingml/2006/main">
            <a:off x="1314450" y="4095750"/>
            <a:ext cx="98488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650" b="1">
                <a:solidFill>
                  <a:srgbClr val="24362D"/>
                </a:solidFill>
                <a:latin typeface="Arial"/>
                <a:ea typeface="Arial"/>
                <a:cs typeface="Arial"/>
              </a:defRPr>
            </a:defPPr>
            <a:lvl1pPr>
              <a:defRPr sz="1650" b="1">
                <a:solidFill>
                  <a:srgbClr val="24362D"/>
                </a:solidFill>
                <a:latin typeface="Arial"/>
                <a:ea typeface="Arial"/>
                <a:cs typeface="Arial"/>
              </a:defRPr>
            </a:lvl1pPr>
            <a:lvl2pPr>
              <a:defRPr sz="1650" b="1">
                <a:solidFill>
                  <a:srgbClr val="24362D"/>
                </a:solidFill>
                <a:latin typeface="Arial"/>
                <a:ea typeface="Arial"/>
                <a:cs typeface="Arial"/>
              </a:defRPr>
            </a:lvl2pPr>
            <a:lvl3pPr>
              <a:defRPr sz="1650" b="1">
                <a:solidFill>
                  <a:srgbClr val="24362D"/>
                </a:solidFill>
                <a:latin typeface="Arial"/>
                <a:ea typeface="Arial"/>
                <a:cs typeface="Arial"/>
              </a:defRPr>
            </a:lvl3pPr>
            <a:lvl4pPr>
              <a:defRPr sz="1650" b="1">
                <a:solidFill>
                  <a:srgbClr val="24362D"/>
                </a:solidFill>
                <a:latin typeface="Arial"/>
                <a:ea typeface="Arial"/>
                <a:cs typeface="Arial"/>
              </a:defRPr>
            </a:lvl4pPr>
            <a:lvl5pPr>
              <a:defRPr sz="1650" b="1">
                <a:solidFill>
                  <a:srgbClr val="24362D"/>
                </a:solidFill>
                <a:latin typeface="Arial"/>
                <a:ea typeface="Arial"/>
                <a:cs typeface="Arial"/>
              </a:defRPr>
            </a:lvl5pPr>
            <a:lvl6pPr>
              <a:defRPr sz="1650" b="1">
                <a:solidFill>
                  <a:srgbClr val="24362D"/>
                </a:solidFill>
                <a:latin typeface="Arial"/>
                <a:ea typeface="Arial"/>
                <a:cs typeface="Arial"/>
              </a:defRPr>
            </a:lvl6pPr>
            <a:lvl7pPr>
              <a:defRPr sz="1650" b="1">
                <a:solidFill>
                  <a:srgbClr val="24362D"/>
                </a:solidFill>
                <a:latin typeface="Arial"/>
                <a:ea typeface="Arial"/>
                <a:cs typeface="Arial"/>
              </a:defRPr>
            </a:lvl7pPr>
            <a:lvl8pPr>
              <a:defRPr sz="1650" b="1">
                <a:solidFill>
                  <a:srgbClr val="24362D"/>
                </a:solidFill>
                <a:latin typeface="Arial"/>
                <a:ea typeface="Arial"/>
                <a:cs typeface="Arial"/>
              </a:defRPr>
            </a:lvl8pPr>
            <a:lvl9pPr>
              <a:defRPr sz="1650" b="1">
                <a:solidFill>
                  <a:srgbClr val="24362D"/>
                </a:solidFill>
                <a:latin typeface="Arial"/>
                <a:ea typeface="Arial"/>
                <a:cs typeface="Arial"/>
              </a:defRPr>
            </a:lvl9pPr>
          </a:lstStyle>
          <a:p xmlns:a="http://schemas.openxmlformats.org/drawingml/2006/main">
            <a:pPr>
              <a:defRPr sz="1650" b="1">
                <a:solidFill>
                  <a:srgbClr val="24362D"/>
                </a:solidFill>
                <a:latin typeface="Arial"/>
                <a:ea typeface="Arial"/>
                <a:cs typeface="Arial"/>
              </a:defRPr>
            </a:pPr>
            <a:r>
              <a:rPr sz="1650" b="1">
                <a:solidFill>
                  <a:srgbClr val="24362D"/>
                </a:solidFill>
                <a:latin typeface="Arial"/>
                <a:ea typeface="Arial"/>
                <a:cs typeface="Arial"/>
              </a:rPr>
              <a:t>Xem chart và dashboard</a:t>
            </a:r>
          </a:p>
        </p:txBody>
      </p:sp>
      <p:sp>
        <p:nvSpPr>
          <p:cNvPr id="14" name="">
            <a:extLst xmlns:a="http://schemas.openxmlformats.org/drawingml/2006/main">
              <a:ext uri="{FF2B5EF4-FFF2-40B4-BE49-F238E27FC236}">
                <a16:creationId xmlns:a16="http://schemas.microsoft.com/office/drawing/2014/main" id="{CFF574E9-970C-45A9-A07B-FEB37850BB0F}"/>
              </a:ext>
            </a:extLst>
          </p:cNvPr>
          <p:cNvSpPr>
            <a:spLocks xmlns:a="http://schemas.openxmlformats.org/drawingml/2006/main" noGrp="1"/>
          </p:cNvSpPr>
          <p:nvPr/>
        </p:nvSpPr>
        <p:spPr>
          <a:xfrm xmlns:a="http://schemas.openxmlformats.org/drawingml/2006/main">
            <a:off x="1314450" y="4429125"/>
            <a:ext cx="98488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65786C"/>
                </a:solidFill>
                <a:latin typeface="Arial"/>
                <a:ea typeface="Arial"/>
                <a:cs typeface="Arial"/>
              </a:defRPr>
            </a:defPPr>
            <a:lvl1pPr>
              <a:defRPr sz="1200" b="0">
                <a:solidFill>
                  <a:srgbClr val="65786C"/>
                </a:solidFill>
                <a:latin typeface="Arial"/>
                <a:ea typeface="Arial"/>
                <a:cs typeface="Arial"/>
              </a:defRPr>
            </a:lvl1pPr>
            <a:lvl2pPr>
              <a:defRPr sz="1200" b="0">
                <a:solidFill>
                  <a:srgbClr val="65786C"/>
                </a:solidFill>
                <a:latin typeface="Arial"/>
                <a:ea typeface="Arial"/>
                <a:cs typeface="Arial"/>
              </a:defRPr>
            </a:lvl2pPr>
            <a:lvl3pPr>
              <a:defRPr sz="1200" b="0">
                <a:solidFill>
                  <a:srgbClr val="65786C"/>
                </a:solidFill>
                <a:latin typeface="Arial"/>
                <a:ea typeface="Arial"/>
                <a:cs typeface="Arial"/>
              </a:defRPr>
            </a:lvl3pPr>
            <a:lvl4pPr>
              <a:defRPr sz="1200" b="0">
                <a:solidFill>
                  <a:srgbClr val="65786C"/>
                </a:solidFill>
                <a:latin typeface="Arial"/>
                <a:ea typeface="Arial"/>
                <a:cs typeface="Arial"/>
              </a:defRPr>
            </a:lvl4pPr>
            <a:lvl5pPr>
              <a:defRPr sz="1200" b="0">
                <a:solidFill>
                  <a:srgbClr val="65786C"/>
                </a:solidFill>
                <a:latin typeface="Arial"/>
                <a:ea typeface="Arial"/>
                <a:cs typeface="Arial"/>
              </a:defRPr>
            </a:lvl5pPr>
            <a:lvl6pPr>
              <a:defRPr sz="1200" b="0">
                <a:solidFill>
                  <a:srgbClr val="65786C"/>
                </a:solidFill>
                <a:latin typeface="Arial"/>
                <a:ea typeface="Arial"/>
                <a:cs typeface="Arial"/>
              </a:defRPr>
            </a:lvl6pPr>
            <a:lvl7pPr>
              <a:defRPr sz="1200" b="0">
                <a:solidFill>
                  <a:srgbClr val="65786C"/>
                </a:solidFill>
                <a:latin typeface="Arial"/>
                <a:ea typeface="Arial"/>
                <a:cs typeface="Arial"/>
              </a:defRPr>
            </a:lvl7pPr>
            <a:lvl8pPr>
              <a:defRPr sz="1200" b="0">
                <a:solidFill>
                  <a:srgbClr val="65786C"/>
                </a:solidFill>
                <a:latin typeface="Arial"/>
                <a:ea typeface="Arial"/>
                <a:cs typeface="Arial"/>
              </a:defRPr>
            </a:lvl8pPr>
            <a:lvl9pPr>
              <a:defRPr sz="1200" b="0">
                <a:solidFill>
                  <a:srgbClr val="65786C"/>
                </a:solidFill>
                <a:latin typeface="Arial"/>
                <a:ea typeface="Arial"/>
                <a:cs typeface="Arial"/>
              </a:defRPr>
            </a:lvl9pPr>
          </a:lstStyle>
          <a:p xmlns:a="http://schemas.openxmlformats.org/drawingml/2006/main">
            <a:pPr>
              <a:defRPr sz="1200" b="0">
                <a:solidFill>
                  <a:srgbClr val="65786C"/>
                </a:solidFill>
                <a:latin typeface="Arial"/>
                <a:ea typeface="Arial"/>
                <a:cs typeface="Arial"/>
              </a:defRPr>
            </a:pPr>
            <a:r>
              <a:rPr sz="1200" b="0">
                <a:solidFill>
                  <a:srgbClr val="65786C"/>
                </a:solidFill>
                <a:latin typeface="Arial"/>
                <a:ea typeface="Arial"/>
                <a:cs typeface="Arial"/>
              </a:rPr>
              <a:t>Preview biểu đồ; mở dashboard có 3 biểu đồ, lọc “Miền Bắc”.</a:t>
            </a:r>
          </a:p>
        </p:txBody>
      </p:sp>
      <p:sp>
        <p:nvSpPr>
          <p:cNvPr id="15" name="">
            <a:extLst xmlns:a="http://schemas.openxmlformats.org/drawingml/2006/main">
              <a:ext uri="{FF2B5EF4-FFF2-40B4-BE49-F238E27FC236}">
                <a16:creationId xmlns:a16="http://schemas.microsoft.com/office/drawing/2014/main" id="{D6743B68-1F44-40BD-921E-BA3FA84BE269}"/>
              </a:ext>
            </a:extLst>
          </p:cNvPr>
          <p:cNvSpPr>
            <a:spLocks xmlns:a="http://schemas.openxmlformats.org/drawingml/2006/main" noGrp="1"/>
          </p:cNvSpPr>
          <p:nvPr/>
        </p:nvSpPr>
        <p:spPr>
          <a:xfrm xmlns:a="http://schemas.openxmlformats.org/drawingml/2006/main">
            <a:off x="685800" y="4962525"/>
            <a:ext cx="5143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650" b="1">
                <a:solidFill>
                  <a:srgbClr val="315D4B"/>
                </a:solidFill>
                <a:latin typeface="Arial"/>
                <a:ea typeface="Arial"/>
                <a:cs typeface="Arial"/>
              </a:defRPr>
            </a:defPPr>
            <a:lvl1pPr>
              <a:defRPr sz="1650" b="1">
                <a:solidFill>
                  <a:srgbClr val="315D4B"/>
                </a:solidFill>
                <a:latin typeface="Arial"/>
                <a:ea typeface="Arial"/>
                <a:cs typeface="Arial"/>
              </a:defRPr>
            </a:lvl1pPr>
            <a:lvl2pPr>
              <a:defRPr sz="1650" b="1">
                <a:solidFill>
                  <a:srgbClr val="315D4B"/>
                </a:solidFill>
                <a:latin typeface="Arial"/>
                <a:ea typeface="Arial"/>
                <a:cs typeface="Arial"/>
              </a:defRPr>
            </a:lvl2pPr>
            <a:lvl3pPr>
              <a:defRPr sz="1650" b="1">
                <a:solidFill>
                  <a:srgbClr val="315D4B"/>
                </a:solidFill>
                <a:latin typeface="Arial"/>
                <a:ea typeface="Arial"/>
                <a:cs typeface="Arial"/>
              </a:defRPr>
            </a:lvl3pPr>
            <a:lvl4pPr>
              <a:defRPr sz="1650" b="1">
                <a:solidFill>
                  <a:srgbClr val="315D4B"/>
                </a:solidFill>
                <a:latin typeface="Arial"/>
                <a:ea typeface="Arial"/>
                <a:cs typeface="Arial"/>
              </a:defRPr>
            </a:lvl4pPr>
            <a:lvl5pPr>
              <a:defRPr sz="1650" b="1">
                <a:solidFill>
                  <a:srgbClr val="315D4B"/>
                </a:solidFill>
                <a:latin typeface="Arial"/>
                <a:ea typeface="Arial"/>
                <a:cs typeface="Arial"/>
              </a:defRPr>
            </a:lvl5pPr>
            <a:lvl6pPr>
              <a:defRPr sz="1650" b="1">
                <a:solidFill>
                  <a:srgbClr val="315D4B"/>
                </a:solidFill>
                <a:latin typeface="Arial"/>
                <a:ea typeface="Arial"/>
                <a:cs typeface="Arial"/>
              </a:defRPr>
            </a:lvl6pPr>
            <a:lvl7pPr>
              <a:defRPr sz="1650" b="1">
                <a:solidFill>
                  <a:srgbClr val="315D4B"/>
                </a:solidFill>
                <a:latin typeface="Arial"/>
                <a:ea typeface="Arial"/>
                <a:cs typeface="Arial"/>
              </a:defRPr>
            </a:lvl7pPr>
            <a:lvl8pPr>
              <a:defRPr sz="1650" b="1">
                <a:solidFill>
                  <a:srgbClr val="315D4B"/>
                </a:solidFill>
                <a:latin typeface="Arial"/>
                <a:ea typeface="Arial"/>
                <a:cs typeface="Arial"/>
              </a:defRPr>
            </a:lvl8pPr>
            <a:lvl9pPr>
              <a:defRPr sz="1650" b="1">
                <a:solidFill>
                  <a:srgbClr val="315D4B"/>
                </a:solidFill>
                <a:latin typeface="Arial"/>
                <a:ea typeface="Arial"/>
                <a:cs typeface="Arial"/>
              </a:defRPr>
            </a:lvl9pPr>
          </a:lstStyle>
          <a:p xmlns:a="http://schemas.openxmlformats.org/drawingml/2006/main">
            <a:pPr>
              <a:defRPr sz="1650" b="1">
                <a:solidFill>
                  <a:srgbClr val="315D4B"/>
                </a:solidFill>
                <a:latin typeface="Arial"/>
                <a:ea typeface="Arial"/>
                <a:cs typeface="Arial"/>
              </a:defRPr>
            </a:pPr>
            <a:r>
              <a:rPr sz="1650" b="1">
                <a:solidFill>
                  <a:srgbClr val="315D4B"/>
                </a:solidFill>
                <a:latin typeface="Arial"/>
                <a:ea typeface="Arial"/>
                <a:cs typeface="Arial"/>
              </a:rPr>
              <a:t>04</a:t>
            </a:r>
          </a:p>
        </p:txBody>
      </p:sp>
      <p:sp>
        <p:nvSpPr>
          <p:cNvPr id="16" name="">
            <a:extLst xmlns:a="http://schemas.openxmlformats.org/drawingml/2006/main">
              <a:ext uri="{FF2B5EF4-FFF2-40B4-BE49-F238E27FC236}">
                <a16:creationId xmlns:a16="http://schemas.microsoft.com/office/drawing/2014/main" id="{9C06520C-41BD-4D34-BAC0-E0F4C2DBC5D0}"/>
              </a:ext>
            </a:extLst>
          </p:cNvPr>
          <p:cNvSpPr>
            <a:spLocks xmlns:a="http://schemas.openxmlformats.org/drawingml/2006/main" noGrp="1"/>
          </p:cNvSpPr>
          <p:nvPr/>
        </p:nvSpPr>
        <p:spPr>
          <a:xfrm xmlns:a="http://schemas.openxmlformats.org/drawingml/2006/main">
            <a:off x="1314450" y="4943475"/>
            <a:ext cx="98488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650" b="1">
                <a:solidFill>
                  <a:srgbClr val="24362D"/>
                </a:solidFill>
                <a:latin typeface="Arial"/>
                <a:ea typeface="Arial"/>
                <a:cs typeface="Arial"/>
              </a:defRPr>
            </a:defPPr>
            <a:lvl1pPr>
              <a:defRPr sz="1650" b="1">
                <a:solidFill>
                  <a:srgbClr val="24362D"/>
                </a:solidFill>
                <a:latin typeface="Arial"/>
                <a:ea typeface="Arial"/>
                <a:cs typeface="Arial"/>
              </a:defRPr>
            </a:lvl1pPr>
            <a:lvl2pPr>
              <a:defRPr sz="1650" b="1">
                <a:solidFill>
                  <a:srgbClr val="24362D"/>
                </a:solidFill>
                <a:latin typeface="Arial"/>
                <a:ea typeface="Arial"/>
                <a:cs typeface="Arial"/>
              </a:defRPr>
            </a:lvl2pPr>
            <a:lvl3pPr>
              <a:defRPr sz="1650" b="1">
                <a:solidFill>
                  <a:srgbClr val="24362D"/>
                </a:solidFill>
                <a:latin typeface="Arial"/>
                <a:ea typeface="Arial"/>
                <a:cs typeface="Arial"/>
              </a:defRPr>
            </a:lvl3pPr>
            <a:lvl4pPr>
              <a:defRPr sz="1650" b="1">
                <a:solidFill>
                  <a:srgbClr val="24362D"/>
                </a:solidFill>
                <a:latin typeface="Arial"/>
                <a:ea typeface="Arial"/>
                <a:cs typeface="Arial"/>
              </a:defRPr>
            </a:lvl4pPr>
            <a:lvl5pPr>
              <a:defRPr sz="1650" b="1">
                <a:solidFill>
                  <a:srgbClr val="24362D"/>
                </a:solidFill>
                <a:latin typeface="Arial"/>
                <a:ea typeface="Arial"/>
                <a:cs typeface="Arial"/>
              </a:defRPr>
            </a:lvl5pPr>
            <a:lvl6pPr>
              <a:defRPr sz="1650" b="1">
                <a:solidFill>
                  <a:srgbClr val="24362D"/>
                </a:solidFill>
                <a:latin typeface="Arial"/>
                <a:ea typeface="Arial"/>
                <a:cs typeface="Arial"/>
              </a:defRPr>
            </a:lvl6pPr>
            <a:lvl7pPr>
              <a:defRPr sz="1650" b="1">
                <a:solidFill>
                  <a:srgbClr val="24362D"/>
                </a:solidFill>
                <a:latin typeface="Arial"/>
                <a:ea typeface="Arial"/>
                <a:cs typeface="Arial"/>
              </a:defRPr>
            </a:lvl7pPr>
            <a:lvl8pPr>
              <a:defRPr sz="1650" b="1">
                <a:solidFill>
                  <a:srgbClr val="24362D"/>
                </a:solidFill>
                <a:latin typeface="Arial"/>
                <a:ea typeface="Arial"/>
                <a:cs typeface="Arial"/>
              </a:defRPr>
            </a:lvl8pPr>
            <a:lvl9pPr>
              <a:defRPr sz="1650" b="1">
                <a:solidFill>
                  <a:srgbClr val="24362D"/>
                </a:solidFill>
                <a:latin typeface="Arial"/>
                <a:ea typeface="Arial"/>
                <a:cs typeface="Arial"/>
              </a:defRPr>
            </a:lvl9pPr>
          </a:lstStyle>
          <a:p xmlns:a="http://schemas.openxmlformats.org/drawingml/2006/main">
            <a:pPr>
              <a:defRPr sz="1650" b="1">
                <a:solidFill>
                  <a:srgbClr val="24362D"/>
                </a:solidFill>
                <a:latin typeface="Arial"/>
                <a:ea typeface="Arial"/>
                <a:cs typeface="Arial"/>
              </a:defRPr>
            </a:pPr>
            <a:r>
              <a:rPr sz="1650" b="1">
                <a:solidFill>
                  <a:srgbClr val="24362D"/>
                </a:solidFill>
                <a:latin typeface="Arial"/>
                <a:ea typeface="Arial"/>
                <a:cs typeface="Arial"/>
              </a:rPr>
              <a:t>Kiểm tra quyền và nhật ký</a:t>
            </a:r>
          </a:p>
        </p:txBody>
      </p:sp>
      <p:sp>
        <p:nvSpPr>
          <p:cNvPr id="17" name="">
            <a:extLst xmlns:a="http://schemas.openxmlformats.org/drawingml/2006/main">
              <a:ext uri="{FF2B5EF4-FFF2-40B4-BE49-F238E27FC236}">
                <a16:creationId xmlns:a16="http://schemas.microsoft.com/office/drawing/2014/main" id="{EF563452-B57F-4C14-9127-7E88F8571B59}"/>
              </a:ext>
            </a:extLst>
          </p:cNvPr>
          <p:cNvSpPr>
            <a:spLocks xmlns:a="http://schemas.openxmlformats.org/drawingml/2006/main" noGrp="1"/>
          </p:cNvSpPr>
          <p:nvPr/>
        </p:nvSpPr>
        <p:spPr>
          <a:xfrm xmlns:a="http://schemas.openxmlformats.org/drawingml/2006/main">
            <a:off x="1314450" y="5276850"/>
            <a:ext cx="98488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65786C"/>
                </a:solidFill>
                <a:latin typeface="Arial"/>
                <a:ea typeface="Arial"/>
                <a:cs typeface="Arial"/>
              </a:defRPr>
            </a:defPPr>
            <a:lvl1pPr>
              <a:defRPr sz="1200" b="0">
                <a:solidFill>
                  <a:srgbClr val="65786C"/>
                </a:solidFill>
                <a:latin typeface="Arial"/>
                <a:ea typeface="Arial"/>
                <a:cs typeface="Arial"/>
              </a:defRPr>
            </a:lvl1pPr>
            <a:lvl2pPr>
              <a:defRPr sz="1200" b="0">
                <a:solidFill>
                  <a:srgbClr val="65786C"/>
                </a:solidFill>
                <a:latin typeface="Arial"/>
                <a:ea typeface="Arial"/>
                <a:cs typeface="Arial"/>
              </a:defRPr>
            </a:lvl2pPr>
            <a:lvl3pPr>
              <a:defRPr sz="1200" b="0">
                <a:solidFill>
                  <a:srgbClr val="65786C"/>
                </a:solidFill>
                <a:latin typeface="Arial"/>
                <a:ea typeface="Arial"/>
                <a:cs typeface="Arial"/>
              </a:defRPr>
            </a:lvl3pPr>
            <a:lvl4pPr>
              <a:defRPr sz="1200" b="0">
                <a:solidFill>
                  <a:srgbClr val="65786C"/>
                </a:solidFill>
                <a:latin typeface="Arial"/>
                <a:ea typeface="Arial"/>
                <a:cs typeface="Arial"/>
              </a:defRPr>
            </a:lvl4pPr>
            <a:lvl5pPr>
              <a:defRPr sz="1200" b="0">
                <a:solidFill>
                  <a:srgbClr val="65786C"/>
                </a:solidFill>
                <a:latin typeface="Arial"/>
                <a:ea typeface="Arial"/>
                <a:cs typeface="Arial"/>
              </a:defRPr>
            </a:lvl5pPr>
            <a:lvl6pPr>
              <a:defRPr sz="1200" b="0">
                <a:solidFill>
                  <a:srgbClr val="65786C"/>
                </a:solidFill>
                <a:latin typeface="Arial"/>
                <a:ea typeface="Arial"/>
                <a:cs typeface="Arial"/>
              </a:defRPr>
            </a:lvl6pPr>
            <a:lvl7pPr>
              <a:defRPr sz="1200" b="0">
                <a:solidFill>
                  <a:srgbClr val="65786C"/>
                </a:solidFill>
                <a:latin typeface="Arial"/>
                <a:ea typeface="Arial"/>
                <a:cs typeface="Arial"/>
              </a:defRPr>
            </a:lvl7pPr>
            <a:lvl8pPr>
              <a:defRPr sz="1200" b="0">
                <a:solidFill>
                  <a:srgbClr val="65786C"/>
                </a:solidFill>
                <a:latin typeface="Arial"/>
                <a:ea typeface="Arial"/>
                <a:cs typeface="Arial"/>
              </a:defRPr>
            </a:lvl8pPr>
            <a:lvl9pPr>
              <a:defRPr sz="1200" b="0">
                <a:solidFill>
                  <a:srgbClr val="65786C"/>
                </a:solidFill>
                <a:latin typeface="Arial"/>
                <a:ea typeface="Arial"/>
                <a:cs typeface="Arial"/>
              </a:defRPr>
            </a:lvl9pPr>
          </a:lstStyle>
          <a:p xmlns:a="http://schemas.openxmlformats.org/drawingml/2006/main">
            <a:pPr>
              <a:defRPr sz="1200" b="0">
                <a:solidFill>
                  <a:srgbClr val="65786C"/>
                </a:solidFill>
                <a:latin typeface="Arial"/>
                <a:ea typeface="Arial"/>
                <a:cs typeface="Arial"/>
              </a:defRPr>
            </a:pPr>
            <a:r>
              <a:rPr sz="1200" b="0">
                <a:solidFill>
                  <a:srgbClr val="65786C"/>
                </a:solidFill>
                <a:latin typeface="Arial"/>
                <a:ea typeface="Arial"/>
                <a:cs typeface="Arial"/>
              </a:rPr>
              <a:t>Mở audit log; đăng nhập viewer để chứng minh thao tác sửa bị chặn.</a:t>
            </a:r>
          </a:p>
        </p:txBody>
      </p:sp>
    </p:spTree>
    <p:extLst>
      <p:ext uri="{BB962C8B-B14F-4D97-AF65-F5344CB8AC3E}">
        <p14:creationId xmlns:p14="http://schemas.microsoft.com/office/powerpoint/2010/main" val="1374333050"/>
      </p:ext>
    </p:extLst>
  </p:cSld>
</p:sld>
</file>

<file path=ppt/slides/slide4.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05EE1DAA-CD8E-4C33-AC4B-5E29F619D6C1}"/>
              </a:ext>
            </a:extLst>
          </p:cNvPr>
          <p:cNvSpPr>
            <a:spLocks xmlns:a="http://schemas.openxmlformats.org/drawingml/2006/main" noGrp="1"/>
          </p:cNvSpPr>
          <p:nvPr/>
        </p:nvSpPr>
        <p:spPr>
          <a:xfrm xmlns:a="http://schemas.openxmlformats.org/drawingml/2006/main">
            <a:off x="685800" y="381000"/>
            <a:ext cx="7620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975" b="1">
                <a:solidFill>
                  <a:srgbClr val="315D4B"/>
                </a:solidFill>
                <a:latin typeface="Arial"/>
                <a:ea typeface="Arial"/>
                <a:cs typeface="Arial"/>
              </a:defRPr>
            </a:defPPr>
            <a:lvl1pPr>
              <a:defRPr sz="975" b="1">
                <a:solidFill>
                  <a:srgbClr val="315D4B"/>
                </a:solidFill>
                <a:latin typeface="Arial"/>
                <a:ea typeface="Arial"/>
                <a:cs typeface="Arial"/>
              </a:defRPr>
            </a:lvl1pPr>
            <a:lvl2pPr>
              <a:defRPr sz="975" b="1">
                <a:solidFill>
                  <a:srgbClr val="315D4B"/>
                </a:solidFill>
                <a:latin typeface="Arial"/>
                <a:ea typeface="Arial"/>
                <a:cs typeface="Arial"/>
              </a:defRPr>
            </a:lvl2pPr>
            <a:lvl3pPr>
              <a:defRPr sz="975" b="1">
                <a:solidFill>
                  <a:srgbClr val="315D4B"/>
                </a:solidFill>
                <a:latin typeface="Arial"/>
                <a:ea typeface="Arial"/>
                <a:cs typeface="Arial"/>
              </a:defRPr>
            </a:lvl3pPr>
            <a:lvl4pPr>
              <a:defRPr sz="975" b="1">
                <a:solidFill>
                  <a:srgbClr val="315D4B"/>
                </a:solidFill>
                <a:latin typeface="Arial"/>
                <a:ea typeface="Arial"/>
                <a:cs typeface="Arial"/>
              </a:defRPr>
            </a:lvl4pPr>
            <a:lvl5pPr>
              <a:defRPr sz="975" b="1">
                <a:solidFill>
                  <a:srgbClr val="315D4B"/>
                </a:solidFill>
                <a:latin typeface="Arial"/>
                <a:ea typeface="Arial"/>
                <a:cs typeface="Arial"/>
              </a:defRPr>
            </a:lvl5pPr>
            <a:lvl6pPr>
              <a:defRPr sz="975" b="1">
                <a:solidFill>
                  <a:srgbClr val="315D4B"/>
                </a:solidFill>
                <a:latin typeface="Arial"/>
                <a:ea typeface="Arial"/>
                <a:cs typeface="Arial"/>
              </a:defRPr>
            </a:lvl6pPr>
            <a:lvl7pPr>
              <a:defRPr sz="975" b="1">
                <a:solidFill>
                  <a:srgbClr val="315D4B"/>
                </a:solidFill>
                <a:latin typeface="Arial"/>
                <a:ea typeface="Arial"/>
                <a:cs typeface="Arial"/>
              </a:defRPr>
            </a:lvl7pPr>
            <a:lvl8pPr>
              <a:defRPr sz="975" b="1">
                <a:solidFill>
                  <a:srgbClr val="315D4B"/>
                </a:solidFill>
                <a:latin typeface="Arial"/>
                <a:ea typeface="Arial"/>
                <a:cs typeface="Arial"/>
              </a:defRPr>
            </a:lvl8pPr>
            <a:lvl9pPr>
              <a:defRPr sz="975" b="1">
                <a:solidFill>
                  <a:srgbClr val="315D4B"/>
                </a:solidFill>
                <a:latin typeface="Arial"/>
                <a:ea typeface="Arial"/>
                <a:cs typeface="Arial"/>
              </a:defRPr>
            </a:lvl9pPr>
          </a:lstStyle>
          <a:p xmlns:a="http://schemas.openxmlformats.org/drawingml/2006/main">
            <a:pPr>
              <a:defRPr sz="975" b="1">
                <a:solidFill>
                  <a:srgbClr val="315D4B"/>
                </a:solidFill>
                <a:latin typeface="Arial"/>
                <a:ea typeface="Arial"/>
                <a:cs typeface="Arial"/>
              </a:defRPr>
            </a:pPr>
            <a:r>
              <a:rPr sz="975" b="1">
                <a:solidFill>
                  <a:srgbClr val="315D4B"/>
                </a:solidFill>
                <a:latin typeface="Arial"/>
                <a:ea typeface="Arial"/>
                <a:cs typeface="Arial"/>
              </a:rPr>
              <a:t>BÁO CÁO POC / BI DASHBOARD</a:t>
            </a:r>
          </a:p>
        </p:txBody>
      </p:sp>
      <p:sp>
        <p:nvSpPr>
          <p:cNvPr id="2" name="">
            <a:extLst xmlns:a="http://schemas.openxmlformats.org/drawingml/2006/main">
              <a:ext uri="{FF2B5EF4-FFF2-40B4-BE49-F238E27FC236}">
                <a16:creationId xmlns:a16="http://schemas.microsoft.com/office/drawing/2014/main" id="{B31DB57B-7833-4C35-AC6D-396E2BE33E6E}"/>
              </a:ext>
            </a:extLst>
          </p:cNvPr>
          <p:cNvSpPr>
            <a:spLocks xmlns:a="http://schemas.openxmlformats.org/drawingml/2006/main" noGrp="1"/>
          </p:cNvSpPr>
          <p:nvPr/>
        </p:nvSpPr>
        <p:spPr>
          <a:xfrm xmlns:a="http://schemas.openxmlformats.org/drawingml/2006/main">
            <a:off x="685800" y="838200"/>
            <a:ext cx="108204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000" b="1">
                <a:solidFill>
                  <a:srgbClr val="24362D"/>
                </a:solidFill>
                <a:latin typeface="Arial"/>
                <a:ea typeface="Arial"/>
                <a:cs typeface="Arial"/>
              </a:defRPr>
            </a:defPPr>
            <a:lvl1pPr>
              <a:defRPr sz="3000" b="1">
                <a:solidFill>
                  <a:srgbClr val="24362D"/>
                </a:solidFill>
                <a:latin typeface="Arial"/>
                <a:ea typeface="Arial"/>
                <a:cs typeface="Arial"/>
              </a:defRPr>
            </a:lvl1pPr>
            <a:lvl2pPr>
              <a:defRPr sz="3000" b="1">
                <a:solidFill>
                  <a:srgbClr val="24362D"/>
                </a:solidFill>
                <a:latin typeface="Arial"/>
                <a:ea typeface="Arial"/>
                <a:cs typeface="Arial"/>
              </a:defRPr>
            </a:lvl2pPr>
            <a:lvl3pPr>
              <a:defRPr sz="3000" b="1">
                <a:solidFill>
                  <a:srgbClr val="24362D"/>
                </a:solidFill>
                <a:latin typeface="Arial"/>
                <a:ea typeface="Arial"/>
                <a:cs typeface="Arial"/>
              </a:defRPr>
            </a:lvl3pPr>
            <a:lvl4pPr>
              <a:defRPr sz="3000" b="1">
                <a:solidFill>
                  <a:srgbClr val="24362D"/>
                </a:solidFill>
                <a:latin typeface="Arial"/>
                <a:ea typeface="Arial"/>
                <a:cs typeface="Arial"/>
              </a:defRPr>
            </a:lvl4pPr>
            <a:lvl5pPr>
              <a:defRPr sz="3000" b="1">
                <a:solidFill>
                  <a:srgbClr val="24362D"/>
                </a:solidFill>
                <a:latin typeface="Arial"/>
                <a:ea typeface="Arial"/>
                <a:cs typeface="Arial"/>
              </a:defRPr>
            </a:lvl5pPr>
            <a:lvl6pPr>
              <a:defRPr sz="3000" b="1">
                <a:solidFill>
                  <a:srgbClr val="24362D"/>
                </a:solidFill>
                <a:latin typeface="Arial"/>
                <a:ea typeface="Arial"/>
                <a:cs typeface="Arial"/>
              </a:defRPr>
            </a:lvl6pPr>
            <a:lvl7pPr>
              <a:defRPr sz="3000" b="1">
                <a:solidFill>
                  <a:srgbClr val="24362D"/>
                </a:solidFill>
                <a:latin typeface="Arial"/>
                <a:ea typeface="Arial"/>
                <a:cs typeface="Arial"/>
              </a:defRPr>
            </a:lvl7pPr>
            <a:lvl8pPr>
              <a:defRPr sz="3000" b="1">
                <a:solidFill>
                  <a:srgbClr val="24362D"/>
                </a:solidFill>
                <a:latin typeface="Arial"/>
                <a:ea typeface="Arial"/>
                <a:cs typeface="Arial"/>
              </a:defRPr>
            </a:lvl8pPr>
            <a:lvl9pPr>
              <a:defRPr sz="3000" b="1">
                <a:solidFill>
                  <a:srgbClr val="24362D"/>
                </a:solidFill>
                <a:latin typeface="Arial"/>
                <a:ea typeface="Arial"/>
                <a:cs typeface="Arial"/>
              </a:defRPr>
            </a:lvl9pPr>
          </a:lstStyle>
          <a:p xmlns:a="http://schemas.openxmlformats.org/drawingml/2006/main">
            <a:pPr>
              <a:defRPr sz="3000" b="1">
                <a:solidFill>
                  <a:srgbClr val="24362D"/>
                </a:solidFill>
                <a:latin typeface="Arial"/>
                <a:ea typeface="Arial"/>
                <a:cs typeface="Arial"/>
              </a:defRPr>
            </a:pPr>
            <a:r>
              <a:rPr sz="3000" b="1">
                <a:solidFill>
                  <a:srgbClr val="24362D"/>
                </a:solidFill>
                <a:latin typeface="Arial"/>
                <a:ea typeface="Arial"/>
                <a:cs typeface="Arial"/>
              </a:rPr>
              <a:t>Demo bổ sung: tải file và phân tích</a:t>
            </a:r>
          </a:p>
        </p:txBody>
      </p:sp>
      <p:sp>
        <p:nvSpPr>
          <p:cNvPr id="3" name="">
            <a:extLst xmlns:a="http://schemas.openxmlformats.org/drawingml/2006/main">
              <a:ext uri="{FF2B5EF4-FFF2-40B4-BE49-F238E27FC236}">
                <a16:creationId xmlns:a16="http://schemas.microsoft.com/office/drawing/2014/main" id="{D5BBF187-0D43-450F-AF41-43B9A61F3485}"/>
              </a:ext>
            </a:extLst>
          </p:cNvPr>
          <p:cNvSpPr>
            <a:spLocks xmlns:a="http://schemas.openxmlformats.org/drawingml/2006/main" noGrp="1"/>
          </p:cNvSpPr>
          <p:nvPr/>
        </p:nvSpPr>
        <p:spPr>
          <a:xfrm xmlns:a="http://schemas.openxmlformats.org/drawingml/2006/main">
            <a:off x="685800" y="6448425"/>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825" b="1">
                <a:solidFill>
                  <a:srgbClr val="65786C"/>
                </a:solidFill>
                <a:latin typeface="Arial"/>
                <a:ea typeface="Arial"/>
                <a:cs typeface="Arial"/>
              </a:defRPr>
            </a:defPPr>
            <a:lvl1pPr>
              <a:defRPr sz="825" b="1">
                <a:solidFill>
                  <a:srgbClr val="65786C"/>
                </a:solidFill>
                <a:latin typeface="Arial"/>
                <a:ea typeface="Arial"/>
                <a:cs typeface="Arial"/>
              </a:defRPr>
            </a:lvl1pPr>
            <a:lvl2pPr>
              <a:defRPr sz="825" b="1">
                <a:solidFill>
                  <a:srgbClr val="65786C"/>
                </a:solidFill>
                <a:latin typeface="Arial"/>
                <a:ea typeface="Arial"/>
                <a:cs typeface="Arial"/>
              </a:defRPr>
            </a:lvl2pPr>
            <a:lvl3pPr>
              <a:defRPr sz="825" b="1">
                <a:solidFill>
                  <a:srgbClr val="65786C"/>
                </a:solidFill>
                <a:latin typeface="Arial"/>
                <a:ea typeface="Arial"/>
                <a:cs typeface="Arial"/>
              </a:defRPr>
            </a:lvl3pPr>
            <a:lvl4pPr>
              <a:defRPr sz="825" b="1">
                <a:solidFill>
                  <a:srgbClr val="65786C"/>
                </a:solidFill>
                <a:latin typeface="Arial"/>
                <a:ea typeface="Arial"/>
                <a:cs typeface="Arial"/>
              </a:defRPr>
            </a:lvl4pPr>
            <a:lvl5pPr>
              <a:defRPr sz="825" b="1">
                <a:solidFill>
                  <a:srgbClr val="65786C"/>
                </a:solidFill>
                <a:latin typeface="Arial"/>
                <a:ea typeface="Arial"/>
                <a:cs typeface="Arial"/>
              </a:defRPr>
            </a:lvl5pPr>
            <a:lvl6pPr>
              <a:defRPr sz="825" b="1">
                <a:solidFill>
                  <a:srgbClr val="65786C"/>
                </a:solidFill>
                <a:latin typeface="Arial"/>
                <a:ea typeface="Arial"/>
                <a:cs typeface="Arial"/>
              </a:defRPr>
            </a:lvl6pPr>
            <a:lvl7pPr>
              <a:defRPr sz="825" b="1">
                <a:solidFill>
                  <a:srgbClr val="65786C"/>
                </a:solidFill>
                <a:latin typeface="Arial"/>
                <a:ea typeface="Arial"/>
                <a:cs typeface="Arial"/>
              </a:defRPr>
            </a:lvl7pPr>
            <a:lvl8pPr>
              <a:defRPr sz="825" b="1">
                <a:solidFill>
                  <a:srgbClr val="65786C"/>
                </a:solidFill>
                <a:latin typeface="Arial"/>
                <a:ea typeface="Arial"/>
                <a:cs typeface="Arial"/>
              </a:defRPr>
            </a:lvl8pPr>
            <a:lvl9pPr>
              <a:defRPr sz="825" b="1">
                <a:solidFill>
                  <a:srgbClr val="65786C"/>
                </a:solidFill>
                <a:latin typeface="Arial"/>
                <a:ea typeface="Arial"/>
                <a:cs typeface="Arial"/>
              </a:defRPr>
            </a:lvl9pPr>
          </a:lstStyle>
          <a:p xmlns:a="http://schemas.openxmlformats.org/drawingml/2006/main">
            <a:pPr>
              <a:defRPr sz="825" b="1">
                <a:solidFill>
                  <a:srgbClr val="65786C"/>
                </a:solidFill>
                <a:latin typeface="Arial"/>
                <a:ea typeface="Arial"/>
                <a:cs typeface="Arial"/>
              </a:defRPr>
            </a:pPr>
            <a:r>
              <a:rPr sz="825" b="1">
                <a:solidFill>
                  <a:srgbClr val="65786C"/>
                </a:solidFill>
                <a:latin typeface="Arial"/>
                <a:ea typeface="Arial"/>
                <a:cs typeface="Arial"/>
              </a:rPr>
              <a:t>PYTHERA AI LAB  ·  SPRING BOOT / POSTGRESQL</a:t>
            </a:r>
          </a:p>
        </p:txBody>
      </p:sp>
      <p:sp>
        <p:nvSpPr>
          <p:cNvPr id="4" name="">
            <a:extLst xmlns:a="http://schemas.openxmlformats.org/drawingml/2006/main">
              <a:ext uri="{FF2B5EF4-FFF2-40B4-BE49-F238E27FC236}">
                <a16:creationId xmlns:a16="http://schemas.microsoft.com/office/drawing/2014/main" id="{D3C55EE4-D3BF-40B7-A8DF-E331DDA19321}"/>
              </a:ext>
            </a:extLst>
          </p:cNvPr>
          <p:cNvSpPr>
            <a:spLocks xmlns:a="http://schemas.openxmlformats.org/drawingml/2006/main" noGrp="1"/>
          </p:cNvSpPr>
          <p:nvPr/>
        </p:nvSpPr>
        <p:spPr>
          <a:xfrm xmlns:a="http://schemas.openxmlformats.org/drawingml/2006/main">
            <a:off x="10477500" y="6448425"/>
            <a:ext cx="1028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lgn="r">
              <a:defRPr sz="825" b="1">
                <a:solidFill>
                  <a:srgbClr val="65786C"/>
                </a:solidFill>
                <a:latin typeface="Arial"/>
                <a:ea typeface="Arial"/>
                <a:cs typeface="Arial"/>
              </a:defRPr>
            </a:defPPr>
            <a:lvl1pPr algn="r">
              <a:defRPr sz="825" b="1">
                <a:solidFill>
                  <a:srgbClr val="65786C"/>
                </a:solidFill>
                <a:latin typeface="Arial"/>
                <a:ea typeface="Arial"/>
                <a:cs typeface="Arial"/>
              </a:defRPr>
            </a:lvl1pPr>
            <a:lvl2pPr algn="r">
              <a:defRPr sz="825" b="1">
                <a:solidFill>
                  <a:srgbClr val="65786C"/>
                </a:solidFill>
                <a:latin typeface="Arial"/>
                <a:ea typeface="Arial"/>
                <a:cs typeface="Arial"/>
              </a:defRPr>
            </a:lvl2pPr>
            <a:lvl3pPr algn="r">
              <a:defRPr sz="825" b="1">
                <a:solidFill>
                  <a:srgbClr val="65786C"/>
                </a:solidFill>
                <a:latin typeface="Arial"/>
                <a:ea typeface="Arial"/>
                <a:cs typeface="Arial"/>
              </a:defRPr>
            </a:lvl3pPr>
            <a:lvl4pPr algn="r">
              <a:defRPr sz="825" b="1">
                <a:solidFill>
                  <a:srgbClr val="65786C"/>
                </a:solidFill>
                <a:latin typeface="Arial"/>
                <a:ea typeface="Arial"/>
                <a:cs typeface="Arial"/>
              </a:defRPr>
            </a:lvl4pPr>
            <a:lvl5pPr algn="r">
              <a:defRPr sz="825" b="1">
                <a:solidFill>
                  <a:srgbClr val="65786C"/>
                </a:solidFill>
                <a:latin typeface="Arial"/>
                <a:ea typeface="Arial"/>
                <a:cs typeface="Arial"/>
              </a:defRPr>
            </a:lvl5pPr>
            <a:lvl6pPr algn="r">
              <a:defRPr sz="825" b="1">
                <a:solidFill>
                  <a:srgbClr val="65786C"/>
                </a:solidFill>
                <a:latin typeface="Arial"/>
                <a:ea typeface="Arial"/>
                <a:cs typeface="Arial"/>
              </a:defRPr>
            </a:lvl6pPr>
            <a:lvl7pPr algn="r">
              <a:defRPr sz="825" b="1">
                <a:solidFill>
                  <a:srgbClr val="65786C"/>
                </a:solidFill>
                <a:latin typeface="Arial"/>
                <a:ea typeface="Arial"/>
                <a:cs typeface="Arial"/>
              </a:defRPr>
            </a:lvl7pPr>
            <a:lvl8pPr algn="r">
              <a:defRPr sz="825" b="1">
                <a:solidFill>
                  <a:srgbClr val="65786C"/>
                </a:solidFill>
                <a:latin typeface="Arial"/>
                <a:ea typeface="Arial"/>
                <a:cs typeface="Arial"/>
              </a:defRPr>
            </a:lvl8pPr>
            <a:lvl9pPr algn="r">
              <a:defRPr sz="825" b="1">
                <a:solidFill>
                  <a:srgbClr val="65786C"/>
                </a:solidFill>
                <a:latin typeface="Arial"/>
                <a:ea typeface="Arial"/>
                <a:cs typeface="Arial"/>
              </a:defRPr>
            </a:lvl9pPr>
          </a:lstStyle>
          <a:p xmlns:a="http://schemas.openxmlformats.org/drawingml/2006/main">
            <a:pPr algn="r">
              <a:defRPr sz="825" b="1">
                <a:solidFill>
                  <a:srgbClr val="65786C"/>
                </a:solidFill>
                <a:latin typeface="Arial"/>
                <a:ea typeface="Arial"/>
                <a:cs typeface="Arial"/>
              </a:defRPr>
            </a:pPr>
            <a:r>
              <a:rPr sz="825" b="1">
                <a:solidFill>
                  <a:srgbClr val="65786C"/>
                </a:solidFill>
                <a:latin typeface="Arial"/>
                <a:ea typeface="Arial"/>
                <a:cs typeface="Arial"/>
              </a:rPr>
              <a:t>04 / 06</a:t>
            </a:r>
          </a:p>
        </p:txBody>
      </p:sp>
      <p:sp>
        <p:nvSpPr>
          <p:cNvPr id="5" name="">
            <a:extLst xmlns:a="http://schemas.openxmlformats.org/drawingml/2006/main">
              <a:ext uri="{FF2B5EF4-FFF2-40B4-BE49-F238E27FC236}">
                <a16:creationId xmlns:a16="http://schemas.microsoft.com/office/drawing/2014/main" id="{12AC1E05-7794-4993-9B65-A4F59C051D0E}"/>
              </a:ext>
            </a:extLst>
          </p:cNvPr>
          <p:cNvSpPr>
            <a:spLocks xmlns:a="http://schemas.openxmlformats.org/drawingml/2006/main" noGrp="1"/>
          </p:cNvSpPr>
          <p:nvPr/>
        </p:nvSpPr>
        <p:spPr>
          <a:xfrm xmlns:a="http://schemas.openxmlformats.org/drawingml/2006/main">
            <a:off x="685800" y="1676400"/>
            <a:ext cx="1057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650" b="0">
                <a:solidFill>
                  <a:srgbClr val="315D4B"/>
                </a:solidFill>
                <a:latin typeface="Arial"/>
                <a:ea typeface="Arial"/>
                <a:cs typeface="Arial"/>
              </a:defRPr>
            </a:defPPr>
            <a:lvl1pPr>
              <a:defRPr sz="1650" b="0">
                <a:solidFill>
                  <a:srgbClr val="315D4B"/>
                </a:solidFill>
                <a:latin typeface="Arial"/>
                <a:ea typeface="Arial"/>
                <a:cs typeface="Arial"/>
              </a:defRPr>
            </a:lvl1pPr>
            <a:lvl2pPr>
              <a:defRPr sz="1650" b="0">
                <a:solidFill>
                  <a:srgbClr val="315D4B"/>
                </a:solidFill>
                <a:latin typeface="Arial"/>
                <a:ea typeface="Arial"/>
                <a:cs typeface="Arial"/>
              </a:defRPr>
            </a:lvl2pPr>
            <a:lvl3pPr>
              <a:defRPr sz="1650" b="0">
                <a:solidFill>
                  <a:srgbClr val="315D4B"/>
                </a:solidFill>
                <a:latin typeface="Arial"/>
                <a:ea typeface="Arial"/>
                <a:cs typeface="Arial"/>
              </a:defRPr>
            </a:lvl3pPr>
            <a:lvl4pPr>
              <a:defRPr sz="1650" b="0">
                <a:solidFill>
                  <a:srgbClr val="315D4B"/>
                </a:solidFill>
                <a:latin typeface="Arial"/>
                <a:ea typeface="Arial"/>
                <a:cs typeface="Arial"/>
              </a:defRPr>
            </a:lvl4pPr>
            <a:lvl5pPr>
              <a:defRPr sz="1650" b="0">
                <a:solidFill>
                  <a:srgbClr val="315D4B"/>
                </a:solidFill>
                <a:latin typeface="Arial"/>
                <a:ea typeface="Arial"/>
                <a:cs typeface="Arial"/>
              </a:defRPr>
            </a:lvl5pPr>
            <a:lvl6pPr>
              <a:defRPr sz="1650" b="0">
                <a:solidFill>
                  <a:srgbClr val="315D4B"/>
                </a:solidFill>
                <a:latin typeface="Arial"/>
                <a:ea typeface="Arial"/>
                <a:cs typeface="Arial"/>
              </a:defRPr>
            </a:lvl6pPr>
            <a:lvl7pPr>
              <a:defRPr sz="1650" b="0">
                <a:solidFill>
                  <a:srgbClr val="315D4B"/>
                </a:solidFill>
                <a:latin typeface="Arial"/>
                <a:ea typeface="Arial"/>
                <a:cs typeface="Arial"/>
              </a:defRPr>
            </a:lvl7pPr>
            <a:lvl8pPr>
              <a:defRPr sz="1650" b="0">
                <a:solidFill>
                  <a:srgbClr val="315D4B"/>
                </a:solidFill>
                <a:latin typeface="Arial"/>
                <a:ea typeface="Arial"/>
                <a:cs typeface="Arial"/>
              </a:defRPr>
            </a:lvl8pPr>
            <a:lvl9pPr>
              <a:defRPr sz="1650" b="0">
                <a:solidFill>
                  <a:srgbClr val="315D4B"/>
                </a:solidFill>
                <a:latin typeface="Arial"/>
                <a:ea typeface="Arial"/>
                <a:cs typeface="Arial"/>
              </a:defRPr>
            </a:lvl9pPr>
          </a:lstStyle>
          <a:p xmlns:a="http://schemas.openxmlformats.org/drawingml/2006/main">
            <a:pPr>
              <a:defRPr sz="1650" b="0">
                <a:solidFill>
                  <a:srgbClr val="315D4B"/>
                </a:solidFill>
                <a:latin typeface="Arial"/>
                <a:ea typeface="Arial"/>
                <a:cs typeface="Arial"/>
              </a:defRPr>
            </a:pPr>
            <a:r>
              <a:rPr sz="1650" b="0">
                <a:solidFill>
                  <a:srgbClr val="315D4B"/>
                </a:solidFill>
                <a:latin typeface="Arial"/>
                <a:ea typeface="Arial"/>
                <a:cs typeface="Arial"/>
              </a:rPr>
              <a:t>Đầu vào: doanh_thu_poc.csv  ·  CSV UTF-8  ·  5 cột</a:t>
            </a:r>
          </a:p>
        </p:txBody>
      </p:sp>
      <p:sp>
        <p:nvSpPr>
          <p:cNvPr id="6" name="">
            <a:extLst xmlns:a="http://schemas.openxmlformats.org/drawingml/2006/main">
              <a:ext uri="{FF2B5EF4-FFF2-40B4-BE49-F238E27FC236}">
                <a16:creationId xmlns:a16="http://schemas.microsoft.com/office/drawing/2014/main" id="{87D93E3F-0F30-402A-A30B-A5802B36A30C}"/>
              </a:ext>
            </a:extLst>
          </p:cNvPr>
          <p:cNvSpPr>
            <a:spLocks xmlns:a="http://schemas.openxmlformats.org/drawingml/2006/main" noGrp="1"/>
          </p:cNvSpPr>
          <p:nvPr/>
        </p:nvSpPr>
        <p:spPr>
          <a:xfrm xmlns:a="http://schemas.openxmlformats.org/drawingml/2006/main">
            <a:off x="685800" y="2581275"/>
            <a:ext cx="261937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600" b="1">
                <a:solidFill>
                  <a:srgbClr val="24362D"/>
                </a:solidFill>
                <a:latin typeface="Arial"/>
                <a:ea typeface="Arial"/>
                <a:cs typeface="Arial"/>
              </a:defRPr>
            </a:defPPr>
            <a:lvl1pPr>
              <a:defRPr sz="3600" b="1">
                <a:solidFill>
                  <a:srgbClr val="24362D"/>
                </a:solidFill>
                <a:latin typeface="Arial"/>
                <a:ea typeface="Arial"/>
                <a:cs typeface="Arial"/>
              </a:defRPr>
            </a:lvl1pPr>
            <a:lvl2pPr>
              <a:defRPr sz="3600" b="1">
                <a:solidFill>
                  <a:srgbClr val="24362D"/>
                </a:solidFill>
                <a:latin typeface="Arial"/>
                <a:ea typeface="Arial"/>
                <a:cs typeface="Arial"/>
              </a:defRPr>
            </a:lvl2pPr>
            <a:lvl3pPr>
              <a:defRPr sz="3600" b="1">
                <a:solidFill>
                  <a:srgbClr val="24362D"/>
                </a:solidFill>
                <a:latin typeface="Arial"/>
                <a:ea typeface="Arial"/>
                <a:cs typeface="Arial"/>
              </a:defRPr>
            </a:lvl3pPr>
            <a:lvl4pPr>
              <a:defRPr sz="3600" b="1">
                <a:solidFill>
                  <a:srgbClr val="24362D"/>
                </a:solidFill>
                <a:latin typeface="Arial"/>
                <a:ea typeface="Arial"/>
                <a:cs typeface="Arial"/>
              </a:defRPr>
            </a:lvl4pPr>
            <a:lvl5pPr>
              <a:defRPr sz="3600" b="1">
                <a:solidFill>
                  <a:srgbClr val="24362D"/>
                </a:solidFill>
                <a:latin typeface="Arial"/>
                <a:ea typeface="Arial"/>
                <a:cs typeface="Arial"/>
              </a:defRPr>
            </a:lvl5pPr>
            <a:lvl6pPr>
              <a:defRPr sz="3600" b="1">
                <a:solidFill>
                  <a:srgbClr val="24362D"/>
                </a:solidFill>
                <a:latin typeface="Arial"/>
                <a:ea typeface="Arial"/>
                <a:cs typeface="Arial"/>
              </a:defRPr>
            </a:lvl6pPr>
            <a:lvl7pPr>
              <a:defRPr sz="3600" b="1">
                <a:solidFill>
                  <a:srgbClr val="24362D"/>
                </a:solidFill>
                <a:latin typeface="Arial"/>
                <a:ea typeface="Arial"/>
                <a:cs typeface="Arial"/>
              </a:defRPr>
            </a:lvl7pPr>
            <a:lvl8pPr>
              <a:defRPr sz="3600" b="1">
                <a:solidFill>
                  <a:srgbClr val="24362D"/>
                </a:solidFill>
                <a:latin typeface="Arial"/>
                <a:ea typeface="Arial"/>
                <a:cs typeface="Arial"/>
              </a:defRPr>
            </a:lvl8pPr>
            <a:lvl9pPr>
              <a:defRPr sz="3600" b="1">
                <a:solidFill>
                  <a:srgbClr val="24362D"/>
                </a:solidFill>
                <a:latin typeface="Arial"/>
                <a:ea typeface="Arial"/>
                <a:cs typeface="Arial"/>
              </a:defRPr>
            </a:lvl9pPr>
          </a:lstStyle>
          <a:p xmlns:a="http://schemas.openxmlformats.org/drawingml/2006/main">
            <a:pPr>
              <a:defRPr sz="3600" b="1">
                <a:solidFill>
                  <a:srgbClr val="24362D"/>
                </a:solidFill>
                <a:latin typeface="Arial"/>
                <a:ea typeface="Arial"/>
                <a:cs typeface="Arial"/>
              </a:defRPr>
            </a:pPr>
            <a:r>
              <a:rPr sz="3600" b="1">
                <a:solidFill>
                  <a:srgbClr val="24362D"/>
                </a:solidFill>
                <a:latin typeface="Arial"/>
                <a:ea typeface="Arial"/>
                <a:cs typeface="Arial"/>
              </a:rPr>
              <a:t>12</a:t>
            </a:r>
          </a:p>
        </p:txBody>
      </p:sp>
      <p:sp>
        <p:nvSpPr>
          <p:cNvPr id="7" name="">
            <a:extLst xmlns:a="http://schemas.openxmlformats.org/drawingml/2006/main">
              <a:ext uri="{FF2B5EF4-FFF2-40B4-BE49-F238E27FC236}">
                <a16:creationId xmlns:a16="http://schemas.microsoft.com/office/drawing/2014/main" id="{191FBE86-2B0D-4AF1-9CAA-8FC74FD87D63}"/>
              </a:ext>
            </a:extLst>
          </p:cNvPr>
          <p:cNvSpPr>
            <a:spLocks xmlns:a="http://schemas.openxmlformats.org/drawingml/2006/main" noGrp="1"/>
          </p:cNvSpPr>
          <p:nvPr/>
        </p:nvSpPr>
        <p:spPr>
          <a:xfrm xmlns:a="http://schemas.openxmlformats.org/drawingml/2006/main">
            <a:off x="685800" y="3171825"/>
            <a:ext cx="26193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75" b="0">
                <a:solidFill>
                  <a:srgbClr val="65786C"/>
                </a:solidFill>
                <a:latin typeface="Arial"/>
                <a:ea typeface="Arial"/>
                <a:cs typeface="Arial"/>
              </a:defRPr>
            </a:defPPr>
            <a:lvl1pPr>
              <a:defRPr sz="1275" b="0">
                <a:solidFill>
                  <a:srgbClr val="65786C"/>
                </a:solidFill>
                <a:latin typeface="Arial"/>
                <a:ea typeface="Arial"/>
                <a:cs typeface="Arial"/>
              </a:defRPr>
            </a:lvl1pPr>
            <a:lvl2pPr>
              <a:defRPr sz="1275" b="0">
                <a:solidFill>
                  <a:srgbClr val="65786C"/>
                </a:solidFill>
                <a:latin typeface="Arial"/>
                <a:ea typeface="Arial"/>
                <a:cs typeface="Arial"/>
              </a:defRPr>
            </a:lvl2pPr>
            <a:lvl3pPr>
              <a:defRPr sz="1275" b="0">
                <a:solidFill>
                  <a:srgbClr val="65786C"/>
                </a:solidFill>
                <a:latin typeface="Arial"/>
                <a:ea typeface="Arial"/>
                <a:cs typeface="Arial"/>
              </a:defRPr>
            </a:lvl3pPr>
            <a:lvl4pPr>
              <a:defRPr sz="1275" b="0">
                <a:solidFill>
                  <a:srgbClr val="65786C"/>
                </a:solidFill>
                <a:latin typeface="Arial"/>
                <a:ea typeface="Arial"/>
                <a:cs typeface="Arial"/>
              </a:defRPr>
            </a:lvl4pPr>
            <a:lvl5pPr>
              <a:defRPr sz="1275" b="0">
                <a:solidFill>
                  <a:srgbClr val="65786C"/>
                </a:solidFill>
                <a:latin typeface="Arial"/>
                <a:ea typeface="Arial"/>
                <a:cs typeface="Arial"/>
              </a:defRPr>
            </a:lvl5pPr>
            <a:lvl6pPr>
              <a:defRPr sz="1275" b="0">
                <a:solidFill>
                  <a:srgbClr val="65786C"/>
                </a:solidFill>
                <a:latin typeface="Arial"/>
                <a:ea typeface="Arial"/>
                <a:cs typeface="Arial"/>
              </a:defRPr>
            </a:lvl6pPr>
            <a:lvl7pPr>
              <a:defRPr sz="1275" b="0">
                <a:solidFill>
                  <a:srgbClr val="65786C"/>
                </a:solidFill>
                <a:latin typeface="Arial"/>
                <a:ea typeface="Arial"/>
                <a:cs typeface="Arial"/>
              </a:defRPr>
            </a:lvl7pPr>
            <a:lvl8pPr>
              <a:defRPr sz="1275" b="0">
                <a:solidFill>
                  <a:srgbClr val="65786C"/>
                </a:solidFill>
                <a:latin typeface="Arial"/>
                <a:ea typeface="Arial"/>
                <a:cs typeface="Arial"/>
              </a:defRPr>
            </a:lvl8pPr>
            <a:lvl9pPr>
              <a:defRPr sz="1275" b="0">
                <a:solidFill>
                  <a:srgbClr val="65786C"/>
                </a:solidFill>
                <a:latin typeface="Arial"/>
                <a:ea typeface="Arial"/>
                <a:cs typeface="Arial"/>
              </a:defRPr>
            </a:lvl9pPr>
          </a:lstStyle>
          <a:p xmlns:a="http://schemas.openxmlformats.org/drawingml/2006/main">
            <a:pPr>
              <a:defRPr sz="1275" b="0">
                <a:solidFill>
                  <a:srgbClr val="65786C"/>
                </a:solidFill>
                <a:latin typeface="Arial"/>
                <a:ea typeface="Arial"/>
                <a:cs typeface="Arial"/>
              </a:defRPr>
            </a:pPr>
            <a:r>
              <a:rPr sz="1275" b="0">
                <a:solidFill>
                  <a:srgbClr val="65786C"/>
                </a:solidFill>
                <a:latin typeface="Arial"/>
                <a:ea typeface="Arial"/>
                <a:cs typeface="Arial"/>
              </a:rPr>
              <a:t>dòng dữ liệu</a:t>
            </a:r>
          </a:p>
        </p:txBody>
      </p:sp>
      <p:sp>
        <p:nvSpPr>
          <p:cNvPr id="8" name="">
            <a:extLst xmlns:a="http://schemas.openxmlformats.org/drawingml/2006/main">
              <a:ext uri="{FF2B5EF4-FFF2-40B4-BE49-F238E27FC236}">
                <a16:creationId xmlns:a16="http://schemas.microsoft.com/office/drawing/2014/main" id="{6E33E337-62B0-4FAF-A2F1-E1B0C83A0398}"/>
              </a:ext>
            </a:extLst>
          </p:cNvPr>
          <p:cNvSpPr>
            <a:spLocks xmlns:a="http://schemas.openxmlformats.org/drawingml/2006/main" noGrp="1"/>
          </p:cNvSpPr>
          <p:nvPr/>
        </p:nvSpPr>
        <p:spPr>
          <a:xfrm xmlns:a="http://schemas.openxmlformats.org/drawingml/2006/main">
            <a:off x="3495675" y="2581275"/>
            <a:ext cx="261937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600" b="1">
                <a:solidFill>
                  <a:srgbClr val="24362D"/>
                </a:solidFill>
                <a:latin typeface="Arial"/>
                <a:ea typeface="Arial"/>
                <a:cs typeface="Arial"/>
              </a:defRPr>
            </a:defPPr>
            <a:lvl1pPr>
              <a:defRPr sz="3600" b="1">
                <a:solidFill>
                  <a:srgbClr val="24362D"/>
                </a:solidFill>
                <a:latin typeface="Arial"/>
                <a:ea typeface="Arial"/>
                <a:cs typeface="Arial"/>
              </a:defRPr>
            </a:lvl1pPr>
            <a:lvl2pPr>
              <a:defRPr sz="3600" b="1">
                <a:solidFill>
                  <a:srgbClr val="24362D"/>
                </a:solidFill>
                <a:latin typeface="Arial"/>
                <a:ea typeface="Arial"/>
                <a:cs typeface="Arial"/>
              </a:defRPr>
            </a:lvl2pPr>
            <a:lvl3pPr>
              <a:defRPr sz="3600" b="1">
                <a:solidFill>
                  <a:srgbClr val="24362D"/>
                </a:solidFill>
                <a:latin typeface="Arial"/>
                <a:ea typeface="Arial"/>
                <a:cs typeface="Arial"/>
              </a:defRPr>
            </a:lvl3pPr>
            <a:lvl4pPr>
              <a:defRPr sz="3600" b="1">
                <a:solidFill>
                  <a:srgbClr val="24362D"/>
                </a:solidFill>
                <a:latin typeface="Arial"/>
                <a:ea typeface="Arial"/>
                <a:cs typeface="Arial"/>
              </a:defRPr>
            </a:lvl4pPr>
            <a:lvl5pPr>
              <a:defRPr sz="3600" b="1">
                <a:solidFill>
                  <a:srgbClr val="24362D"/>
                </a:solidFill>
                <a:latin typeface="Arial"/>
                <a:ea typeface="Arial"/>
                <a:cs typeface="Arial"/>
              </a:defRPr>
            </a:lvl5pPr>
            <a:lvl6pPr>
              <a:defRPr sz="3600" b="1">
                <a:solidFill>
                  <a:srgbClr val="24362D"/>
                </a:solidFill>
                <a:latin typeface="Arial"/>
                <a:ea typeface="Arial"/>
                <a:cs typeface="Arial"/>
              </a:defRPr>
            </a:lvl6pPr>
            <a:lvl7pPr>
              <a:defRPr sz="3600" b="1">
                <a:solidFill>
                  <a:srgbClr val="24362D"/>
                </a:solidFill>
                <a:latin typeface="Arial"/>
                <a:ea typeface="Arial"/>
                <a:cs typeface="Arial"/>
              </a:defRPr>
            </a:lvl7pPr>
            <a:lvl8pPr>
              <a:defRPr sz="3600" b="1">
                <a:solidFill>
                  <a:srgbClr val="24362D"/>
                </a:solidFill>
                <a:latin typeface="Arial"/>
                <a:ea typeface="Arial"/>
                <a:cs typeface="Arial"/>
              </a:defRPr>
            </a:lvl8pPr>
            <a:lvl9pPr>
              <a:defRPr sz="3600" b="1">
                <a:solidFill>
                  <a:srgbClr val="24362D"/>
                </a:solidFill>
                <a:latin typeface="Arial"/>
                <a:ea typeface="Arial"/>
                <a:cs typeface="Arial"/>
              </a:defRPr>
            </a:lvl9pPr>
          </a:lstStyle>
          <a:p xmlns:a="http://schemas.openxmlformats.org/drawingml/2006/main">
            <a:pPr>
              <a:defRPr sz="3600" b="1">
                <a:solidFill>
                  <a:srgbClr val="24362D"/>
                </a:solidFill>
                <a:latin typeface="Arial"/>
                <a:ea typeface="Arial"/>
                <a:cs typeface="Arial"/>
              </a:defRPr>
            </a:pPr>
            <a:r>
              <a:rPr sz="3600" b="1">
                <a:solidFill>
                  <a:srgbClr val="24362D"/>
                </a:solidFill>
                <a:latin typeface="Arial"/>
                <a:ea typeface="Arial"/>
                <a:cs typeface="Arial"/>
              </a:rPr>
              <a:t>2</a:t>
            </a:r>
          </a:p>
        </p:txBody>
      </p:sp>
      <p:sp>
        <p:nvSpPr>
          <p:cNvPr id="9" name="">
            <a:extLst xmlns:a="http://schemas.openxmlformats.org/drawingml/2006/main">
              <a:ext uri="{FF2B5EF4-FFF2-40B4-BE49-F238E27FC236}">
                <a16:creationId xmlns:a16="http://schemas.microsoft.com/office/drawing/2014/main" id="{B5DE345F-19F0-4703-975C-9B567EFDB6A5}"/>
              </a:ext>
            </a:extLst>
          </p:cNvPr>
          <p:cNvSpPr>
            <a:spLocks xmlns:a="http://schemas.openxmlformats.org/drawingml/2006/main" noGrp="1"/>
          </p:cNvSpPr>
          <p:nvPr/>
        </p:nvSpPr>
        <p:spPr>
          <a:xfrm xmlns:a="http://schemas.openxmlformats.org/drawingml/2006/main">
            <a:off x="3495675" y="3171825"/>
            <a:ext cx="26193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75" b="0">
                <a:solidFill>
                  <a:srgbClr val="65786C"/>
                </a:solidFill>
                <a:latin typeface="Arial"/>
                <a:ea typeface="Arial"/>
                <a:cs typeface="Arial"/>
              </a:defRPr>
            </a:defPPr>
            <a:lvl1pPr>
              <a:defRPr sz="1275" b="0">
                <a:solidFill>
                  <a:srgbClr val="65786C"/>
                </a:solidFill>
                <a:latin typeface="Arial"/>
                <a:ea typeface="Arial"/>
                <a:cs typeface="Arial"/>
              </a:defRPr>
            </a:lvl1pPr>
            <a:lvl2pPr>
              <a:defRPr sz="1275" b="0">
                <a:solidFill>
                  <a:srgbClr val="65786C"/>
                </a:solidFill>
                <a:latin typeface="Arial"/>
                <a:ea typeface="Arial"/>
                <a:cs typeface="Arial"/>
              </a:defRPr>
            </a:lvl2pPr>
            <a:lvl3pPr>
              <a:defRPr sz="1275" b="0">
                <a:solidFill>
                  <a:srgbClr val="65786C"/>
                </a:solidFill>
                <a:latin typeface="Arial"/>
                <a:ea typeface="Arial"/>
                <a:cs typeface="Arial"/>
              </a:defRPr>
            </a:lvl3pPr>
            <a:lvl4pPr>
              <a:defRPr sz="1275" b="0">
                <a:solidFill>
                  <a:srgbClr val="65786C"/>
                </a:solidFill>
                <a:latin typeface="Arial"/>
                <a:ea typeface="Arial"/>
                <a:cs typeface="Arial"/>
              </a:defRPr>
            </a:lvl4pPr>
            <a:lvl5pPr>
              <a:defRPr sz="1275" b="0">
                <a:solidFill>
                  <a:srgbClr val="65786C"/>
                </a:solidFill>
                <a:latin typeface="Arial"/>
                <a:ea typeface="Arial"/>
                <a:cs typeface="Arial"/>
              </a:defRPr>
            </a:lvl5pPr>
            <a:lvl6pPr>
              <a:defRPr sz="1275" b="0">
                <a:solidFill>
                  <a:srgbClr val="65786C"/>
                </a:solidFill>
                <a:latin typeface="Arial"/>
                <a:ea typeface="Arial"/>
                <a:cs typeface="Arial"/>
              </a:defRPr>
            </a:lvl6pPr>
            <a:lvl7pPr>
              <a:defRPr sz="1275" b="0">
                <a:solidFill>
                  <a:srgbClr val="65786C"/>
                </a:solidFill>
                <a:latin typeface="Arial"/>
                <a:ea typeface="Arial"/>
                <a:cs typeface="Arial"/>
              </a:defRPr>
            </a:lvl7pPr>
            <a:lvl8pPr>
              <a:defRPr sz="1275" b="0">
                <a:solidFill>
                  <a:srgbClr val="65786C"/>
                </a:solidFill>
                <a:latin typeface="Arial"/>
                <a:ea typeface="Arial"/>
                <a:cs typeface="Arial"/>
              </a:defRPr>
            </a:lvl8pPr>
            <a:lvl9pPr>
              <a:defRPr sz="1275" b="0">
                <a:solidFill>
                  <a:srgbClr val="65786C"/>
                </a:solidFill>
                <a:latin typeface="Arial"/>
                <a:ea typeface="Arial"/>
                <a:cs typeface="Arial"/>
              </a:defRPr>
            </a:lvl9pPr>
          </a:lstStyle>
          <a:p xmlns:a="http://schemas.openxmlformats.org/drawingml/2006/main">
            <a:pPr>
              <a:defRPr sz="1275" b="0">
                <a:solidFill>
                  <a:srgbClr val="65786C"/>
                </a:solidFill>
                <a:latin typeface="Arial"/>
                <a:ea typeface="Arial"/>
                <a:cs typeface="Arial"/>
              </a:defRPr>
            </a:pPr>
            <a:r>
              <a:rPr sz="1275" b="0">
                <a:solidFill>
                  <a:srgbClr val="65786C"/>
                </a:solidFill>
                <a:latin typeface="Arial"/>
                <a:ea typeface="Arial"/>
                <a:cs typeface="Arial"/>
              </a:rPr>
              <a:t>ô trống</a:t>
            </a:r>
          </a:p>
        </p:txBody>
      </p:sp>
      <p:sp>
        <p:nvSpPr>
          <p:cNvPr id="10" name="">
            <a:extLst xmlns:a="http://schemas.openxmlformats.org/drawingml/2006/main">
              <a:ext uri="{FF2B5EF4-FFF2-40B4-BE49-F238E27FC236}">
                <a16:creationId xmlns:a16="http://schemas.microsoft.com/office/drawing/2014/main" id="{EE48C041-B5E0-429A-B87E-9CE93C50FC6B}"/>
              </a:ext>
            </a:extLst>
          </p:cNvPr>
          <p:cNvSpPr>
            <a:spLocks xmlns:a="http://schemas.openxmlformats.org/drawingml/2006/main" noGrp="1"/>
          </p:cNvSpPr>
          <p:nvPr/>
        </p:nvSpPr>
        <p:spPr>
          <a:xfrm xmlns:a="http://schemas.openxmlformats.org/drawingml/2006/main">
            <a:off x="6305550" y="2581275"/>
            <a:ext cx="261937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600" b="1">
                <a:solidFill>
                  <a:srgbClr val="24362D"/>
                </a:solidFill>
                <a:latin typeface="Arial"/>
                <a:ea typeface="Arial"/>
                <a:cs typeface="Arial"/>
              </a:defRPr>
            </a:defPPr>
            <a:lvl1pPr>
              <a:defRPr sz="3600" b="1">
                <a:solidFill>
                  <a:srgbClr val="24362D"/>
                </a:solidFill>
                <a:latin typeface="Arial"/>
                <a:ea typeface="Arial"/>
                <a:cs typeface="Arial"/>
              </a:defRPr>
            </a:lvl1pPr>
            <a:lvl2pPr>
              <a:defRPr sz="3600" b="1">
                <a:solidFill>
                  <a:srgbClr val="24362D"/>
                </a:solidFill>
                <a:latin typeface="Arial"/>
                <a:ea typeface="Arial"/>
                <a:cs typeface="Arial"/>
              </a:defRPr>
            </a:lvl2pPr>
            <a:lvl3pPr>
              <a:defRPr sz="3600" b="1">
                <a:solidFill>
                  <a:srgbClr val="24362D"/>
                </a:solidFill>
                <a:latin typeface="Arial"/>
                <a:ea typeface="Arial"/>
                <a:cs typeface="Arial"/>
              </a:defRPr>
            </a:lvl3pPr>
            <a:lvl4pPr>
              <a:defRPr sz="3600" b="1">
                <a:solidFill>
                  <a:srgbClr val="24362D"/>
                </a:solidFill>
                <a:latin typeface="Arial"/>
                <a:ea typeface="Arial"/>
                <a:cs typeface="Arial"/>
              </a:defRPr>
            </a:lvl4pPr>
            <a:lvl5pPr>
              <a:defRPr sz="3600" b="1">
                <a:solidFill>
                  <a:srgbClr val="24362D"/>
                </a:solidFill>
                <a:latin typeface="Arial"/>
                <a:ea typeface="Arial"/>
                <a:cs typeface="Arial"/>
              </a:defRPr>
            </a:lvl5pPr>
            <a:lvl6pPr>
              <a:defRPr sz="3600" b="1">
                <a:solidFill>
                  <a:srgbClr val="24362D"/>
                </a:solidFill>
                <a:latin typeface="Arial"/>
                <a:ea typeface="Arial"/>
                <a:cs typeface="Arial"/>
              </a:defRPr>
            </a:lvl6pPr>
            <a:lvl7pPr>
              <a:defRPr sz="3600" b="1">
                <a:solidFill>
                  <a:srgbClr val="24362D"/>
                </a:solidFill>
                <a:latin typeface="Arial"/>
                <a:ea typeface="Arial"/>
                <a:cs typeface="Arial"/>
              </a:defRPr>
            </a:lvl7pPr>
            <a:lvl8pPr>
              <a:defRPr sz="3600" b="1">
                <a:solidFill>
                  <a:srgbClr val="24362D"/>
                </a:solidFill>
                <a:latin typeface="Arial"/>
                <a:ea typeface="Arial"/>
                <a:cs typeface="Arial"/>
              </a:defRPr>
            </a:lvl8pPr>
            <a:lvl9pPr>
              <a:defRPr sz="3600" b="1">
                <a:solidFill>
                  <a:srgbClr val="24362D"/>
                </a:solidFill>
                <a:latin typeface="Arial"/>
                <a:ea typeface="Arial"/>
                <a:cs typeface="Arial"/>
              </a:defRPr>
            </a:lvl9pPr>
          </a:lstStyle>
          <a:p xmlns:a="http://schemas.openxmlformats.org/drawingml/2006/main">
            <a:pPr>
              <a:defRPr sz="3600" b="1">
                <a:solidFill>
                  <a:srgbClr val="24362D"/>
                </a:solidFill>
                <a:latin typeface="Arial"/>
                <a:ea typeface="Arial"/>
                <a:cs typeface="Arial"/>
              </a:defRPr>
            </a:pPr>
            <a:r>
              <a:rPr sz="3600" b="1">
                <a:solidFill>
                  <a:srgbClr val="24362D"/>
                </a:solidFill>
                <a:latin typeface="Arial"/>
                <a:ea typeface="Arial"/>
                <a:cs typeface="Arial"/>
              </a:rPr>
              <a:t>2</a:t>
            </a:r>
          </a:p>
        </p:txBody>
      </p:sp>
      <p:sp>
        <p:nvSpPr>
          <p:cNvPr id="11" name="">
            <a:extLst xmlns:a="http://schemas.openxmlformats.org/drawingml/2006/main">
              <a:ext uri="{FF2B5EF4-FFF2-40B4-BE49-F238E27FC236}">
                <a16:creationId xmlns:a16="http://schemas.microsoft.com/office/drawing/2014/main" id="{827EAB91-7917-40EA-85BA-DC432753A4B5}"/>
              </a:ext>
            </a:extLst>
          </p:cNvPr>
          <p:cNvSpPr>
            <a:spLocks xmlns:a="http://schemas.openxmlformats.org/drawingml/2006/main" noGrp="1"/>
          </p:cNvSpPr>
          <p:nvPr/>
        </p:nvSpPr>
        <p:spPr>
          <a:xfrm xmlns:a="http://schemas.openxmlformats.org/drawingml/2006/main">
            <a:off x="6305550" y="3171825"/>
            <a:ext cx="26193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75" b="0">
                <a:solidFill>
                  <a:srgbClr val="65786C"/>
                </a:solidFill>
                <a:latin typeface="Arial"/>
                <a:ea typeface="Arial"/>
                <a:cs typeface="Arial"/>
              </a:defRPr>
            </a:defPPr>
            <a:lvl1pPr>
              <a:defRPr sz="1275" b="0">
                <a:solidFill>
                  <a:srgbClr val="65786C"/>
                </a:solidFill>
                <a:latin typeface="Arial"/>
                <a:ea typeface="Arial"/>
                <a:cs typeface="Arial"/>
              </a:defRPr>
            </a:lvl1pPr>
            <a:lvl2pPr>
              <a:defRPr sz="1275" b="0">
                <a:solidFill>
                  <a:srgbClr val="65786C"/>
                </a:solidFill>
                <a:latin typeface="Arial"/>
                <a:ea typeface="Arial"/>
                <a:cs typeface="Arial"/>
              </a:defRPr>
            </a:lvl2pPr>
            <a:lvl3pPr>
              <a:defRPr sz="1275" b="0">
                <a:solidFill>
                  <a:srgbClr val="65786C"/>
                </a:solidFill>
                <a:latin typeface="Arial"/>
                <a:ea typeface="Arial"/>
                <a:cs typeface="Arial"/>
              </a:defRPr>
            </a:lvl3pPr>
            <a:lvl4pPr>
              <a:defRPr sz="1275" b="0">
                <a:solidFill>
                  <a:srgbClr val="65786C"/>
                </a:solidFill>
                <a:latin typeface="Arial"/>
                <a:ea typeface="Arial"/>
                <a:cs typeface="Arial"/>
              </a:defRPr>
            </a:lvl4pPr>
            <a:lvl5pPr>
              <a:defRPr sz="1275" b="0">
                <a:solidFill>
                  <a:srgbClr val="65786C"/>
                </a:solidFill>
                <a:latin typeface="Arial"/>
                <a:ea typeface="Arial"/>
                <a:cs typeface="Arial"/>
              </a:defRPr>
            </a:lvl5pPr>
            <a:lvl6pPr>
              <a:defRPr sz="1275" b="0">
                <a:solidFill>
                  <a:srgbClr val="65786C"/>
                </a:solidFill>
                <a:latin typeface="Arial"/>
                <a:ea typeface="Arial"/>
                <a:cs typeface="Arial"/>
              </a:defRPr>
            </a:lvl6pPr>
            <a:lvl7pPr>
              <a:defRPr sz="1275" b="0">
                <a:solidFill>
                  <a:srgbClr val="65786C"/>
                </a:solidFill>
                <a:latin typeface="Arial"/>
                <a:ea typeface="Arial"/>
                <a:cs typeface="Arial"/>
              </a:defRPr>
            </a:lvl7pPr>
            <a:lvl8pPr>
              <a:defRPr sz="1275" b="0">
                <a:solidFill>
                  <a:srgbClr val="65786C"/>
                </a:solidFill>
                <a:latin typeface="Arial"/>
                <a:ea typeface="Arial"/>
                <a:cs typeface="Arial"/>
              </a:defRPr>
            </a:lvl8pPr>
            <a:lvl9pPr>
              <a:defRPr sz="1275" b="0">
                <a:solidFill>
                  <a:srgbClr val="65786C"/>
                </a:solidFill>
                <a:latin typeface="Arial"/>
                <a:ea typeface="Arial"/>
                <a:cs typeface="Arial"/>
              </a:defRPr>
            </a:lvl9pPr>
          </a:lstStyle>
          <a:p xmlns:a="http://schemas.openxmlformats.org/drawingml/2006/main">
            <a:pPr>
              <a:defRPr sz="1275" b="0">
                <a:solidFill>
                  <a:srgbClr val="65786C"/>
                </a:solidFill>
                <a:latin typeface="Arial"/>
                <a:ea typeface="Arial"/>
                <a:cs typeface="Arial"/>
              </a:defRPr>
            </a:pPr>
            <a:r>
              <a:rPr sz="1275" b="0">
                <a:solidFill>
                  <a:srgbClr val="65786C"/>
                </a:solidFill>
                <a:latin typeface="Arial"/>
                <a:ea typeface="Arial"/>
                <a:cs typeface="Arial"/>
              </a:rPr>
              <a:t>ô sai kiểu</a:t>
            </a:r>
          </a:p>
        </p:txBody>
      </p:sp>
      <p:sp>
        <p:nvSpPr>
          <p:cNvPr id="12" name="">
            <a:extLst xmlns:a="http://schemas.openxmlformats.org/drawingml/2006/main">
              <a:ext uri="{FF2B5EF4-FFF2-40B4-BE49-F238E27FC236}">
                <a16:creationId xmlns:a16="http://schemas.microsoft.com/office/drawing/2014/main" id="{A4B7BCDD-AEB8-49B7-AE56-2901E7168FB9}"/>
              </a:ext>
            </a:extLst>
          </p:cNvPr>
          <p:cNvSpPr>
            <a:spLocks xmlns:a="http://schemas.openxmlformats.org/drawingml/2006/main" noGrp="1"/>
          </p:cNvSpPr>
          <p:nvPr/>
        </p:nvSpPr>
        <p:spPr>
          <a:xfrm xmlns:a="http://schemas.openxmlformats.org/drawingml/2006/main">
            <a:off x="9115425" y="2581275"/>
            <a:ext cx="261937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700" b="1">
                <a:solidFill>
                  <a:srgbClr val="24362D"/>
                </a:solidFill>
                <a:latin typeface="Arial"/>
                <a:ea typeface="Arial"/>
                <a:cs typeface="Arial"/>
              </a:defRPr>
            </a:defPPr>
            <a:lvl1pPr>
              <a:defRPr sz="2700" b="1">
                <a:solidFill>
                  <a:srgbClr val="24362D"/>
                </a:solidFill>
                <a:latin typeface="Arial"/>
                <a:ea typeface="Arial"/>
                <a:cs typeface="Arial"/>
              </a:defRPr>
            </a:lvl1pPr>
            <a:lvl2pPr>
              <a:defRPr sz="2700" b="1">
                <a:solidFill>
                  <a:srgbClr val="24362D"/>
                </a:solidFill>
                <a:latin typeface="Arial"/>
                <a:ea typeface="Arial"/>
                <a:cs typeface="Arial"/>
              </a:defRPr>
            </a:lvl2pPr>
            <a:lvl3pPr>
              <a:defRPr sz="2700" b="1">
                <a:solidFill>
                  <a:srgbClr val="24362D"/>
                </a:solidFill>
                <a:latin typeface="Arial"/>
                <a:ea typeface="Arial"/>
                <a:cs typeface="Arial"/>
              </a:defRPr>
            </a:lvl3pPr>
            <a:lvl4pPr>
              <a:defRPr sz="2700" b="1">
                <a:solidFill>
                  <a:srgbClr val="24362D"/>
                </a:solidFill>
                <a:latin typeface="Arial"/>
                <a:ea typeface="Arial"/>
                <a:cs typeface="Arial"/>
              </a:defRPr>
            </a:lvl4pPr>
            <a:lvl5pPr>
              <a:defRPr sz="2700" b="1">
                <a:solidFill>
                  <a:srgbClr val="24362D"/>
                </a:solidFill>
                <a:latin typeface="Arial"/>
                <a:ea typeface="Arial"/>
                <a:cs typeface="Arial"/>
              </a:defRPr>
            </a:lvl5pPr>
            <a:lvl6pPr>
              <a:defRPr sz="2700" b="1">
                <a:solidFill>
                  <a:srgbClr val="24362D"/>
                </a:solidFill>
                <a:latin typeface="Arial"/>
                <a:ea typeface="Arial"/>
                <a:cs typeface="Arial"/>
              </a:defRPr>
            </a:lvl6pPr>
            <a:lvl7pPr>
              <a:defRPr sz="2700" b="1">
                <a:solidFill>
                  <a:srgbClr val="24362D"/>
                </a:solidFill>
                <a:latin typeface="Arial"/>
                <a:ea typeface="Arial"/>
                <a:cs typeface="Arial"/>
              </a:defRPr>
            </a:lvl7pPr>
            <a:lvl8pPr>
              <a:defRPr sz="2700" b="1">
                <a:solidFill>
                  <a:srgbClr val="24362D"/>
                </a:solidFill>
                <a:latin typeface="Arial"/>
                <a:ea typeface="Arial"/>
                <a:cs typeface="Arial"/>
              </a:defRPr>
            </a:lvl8pPr>
            <a:lvl9pPr>
              <a:defRPr sz="2700" b="1">
                <a:solidFill>
                  <a:srgbClr val="24362D"/>
                </a:solidFill>
                <a:latin typeface="Arial"/>
                <a:ea typeface="Arial"/>
                <a:cs typeface="Arial"/>
              </a:defRPr>
            </a:lvl9pPr>
          </a:lstStyle>
          <a:p xmlns:a="http://schemas.openxmlformats.org/drawingml/2006/main">
            <a:pPr>
              <a:defRPr sz="2700" b="1">
                <a:solidFill>
                  <a:srgbClr val="24362D"/>
                </a:solidFill>
                <a:latin typeface="Arial"/>
                <a:ea typeface="Arial"/>
                <a:cs typeface="Arial"/>
              </a:defRPr>
            </a:pPr>
            <a:r>
              <a:rPr sz="2700" b="1">
                <a:solidFill>
                  <a:srgbClr val="24362D"/>
                </a:solidFill>
                <a:latin typeface="Arial"/>
                <a:ea typeface="Arial"/>
                <a:cs typeface="Arial"/>
              </a:rPr>
              <a:t>9.700.000</a:t>
            </a:r>
          </a:p>
        </p:txBody>
      </p:sp>
      <p:sp>
        <p:nvSpPr>
          <p:cNvPr id="13" name="">
            <a:extLst xmlns:a="http://schemas.openxmlformats.org/drawingml/2006/main">
              <a:ext uri="{FF2B5EF4-FFF2-40B4-BE49-F238E27FC236}">
                <a16:creationId xmlns:a16="http://schemas.microsoft.com/office/drawing/2014/main" id="{B7B00C0E-954F-420D-9A76-2C9A0B7290EF}"/>
              </a:ext>
            </a:extLst>
          </p:cNvPr>
          <p:cNvSpPr>
            <a:spLocks xmlns:a="http://schemas.openxmlformats.org/drawingml/2006/main" noGrp="1"/>
          </p:cNvSpPr>
          <p:nvPr/>
        </p:nvSpPr>
        <p:spPr>
          <a:xfrm xmlns:a="http://schemas.openxmlformats.org/drawingml/2006/main">
            <a:off x="9115425" y="3171825"/>
            <a:ext cx="26193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75" b="0">
                <a:solidFill>
                  <a:srgbClr val="65786C"/>
                </a:solidFill>
                <a:latin typeface="Arial"/>
                <a:ea typeface="Arial"/>
                <a:cs typeface="Arial"/>
              </a:defRPr>
            </a:defPPr>
            <a:lvl1pPr>
              <a:defRPr sz="1275" b="0">
                <a:solidFill>
                  <a:srgbClr val="65786C"/>
                </a:solidFill>
                <a:latin typeface="Arial"/>
                <a:ea typeface="Arial"/>
                <a:cs typeface="Arial"/>
              </a:defRPr>
            </a:lvl1pPr>
            <a:lvl2pPr>
              <a:defRPr sz="1275" b="0">
                <a:solidFill>
                  <a:srgbClr val="65786C"/>
                </a:solidFill>
                <a:latin typeface="Arial"/>
                <a:ea typeface="Arial"/>
                <a:cs typeface="Arial"/>
              </a:defRPr>
            </a:lvl2pPr>
            <a:lvl3pPr>
              <a:defRPr sz="1275" b="0">
                <a:solidFill>
                  <a:srgbClr val="65786C"/>
                </a:solidFill>
                <a:latin typeface="Arial"/>
                <a:ea typeface="Arial"/>
                <a:cs typeface="Arial"/>
              </a:defRPr>
            </a:lvl3pPr>
            <a:lvl4pPr>
              <a:defRPr sz="1275" b="0">
                <a:solidFill>
                  <a:srgbClr val="65786C"/>
                </a:solidFill>
                <a:latin typeface="Arial"/>
                <a:ea typeface="Arial"/>
                <a:cs typeface="Arial"/>
              </a:defRPr>
            </a:lvl4pPr>
            <a:lvl5pPr>
              <a:defRPr sz="1275" b="0">
                <a:solidFill>
                  <a:srgbClr val="65786C"/>
                </a:solidFill>
                <a:latin typeface="Arial"/>
                <a:ea typeface="Arial"/>
                <a:cs typeface="Arial"/>
              </a:defRPr>
            </a:lvl5pPr>
            <a:lvl6pPr>
              <a:defRPr sz="1275" b="0">
                <a:solidFill>
                  <a:srgbClr val="65786C"/>
                </a:solidFill>
                <a:latin typeface="Arial"/>
                <a:ea typeface="Arial"/>
                <a:cs typeface="Arial"/>
              </a:defRPr>
            </a:lvl6pPr>
            <a:lvl7pPr>
              <a:defRPr sz="1275" b="0">
                <a:solidFill>
                  <a:srgbClr val="65786C"/>
                </a:solidFill>
                <a:latin typeface="Arial"/>
                <a:ea typeface="Arial"/>
                <a:cs typeface="Arial"/>
              </a:defRPr>
            </a:lvl7pPr>
            <a:lvl8pPr>
              <a:defRPr sz="1275" b="0">
                <a:solidFill>
                  <a:srgbClr val="65786C"/>
                </a:solidFill>
                <a:latin typeface="Arial"/>
                <a:ea typeface="Arial"/>
                <a:cs typeface="Arial"/>
              </a:defRPr>
            </a:lvl8pPr>
            <a:lvl9pPr>
              <a:defRPr sz="1275" b="0">
                <a:solidFill>
                  <a:srgbClr val="65786C"/>
                </a:solidFill>
                <a:latin typeface="Arial"/>
                <a:ea typeface="Arial"/>
                <a:cs typeface="Arial"/>
              </a:defRPr>
            </a:lvl9pPr>
          </a:lstStyle>
          <a:p xmlns:a="http://schemas.openxmlformats.org/drawingml/2006/main">
            <a:pPr>
              <a:defRPr sz="1275" b="0">
                <a:solidFill>
                  <a:srgbClr val="65786C"/>
                </a:solidFill>
                <a:latin typeface="Arial"/>
                <a:ea typeface="Arial"/>
                <a:cs typeface="Arial"/>
              </a:defRPr>
            </a:pPr>
            <a:r>
              <a:rPr sz="1275" b="0">
                <a:solidFill>
                  <a:srgbClr val="65786C"/>
                </a:solidFill>
                <a:latin typeface="Arial"/>
                <a:ea typeface="Arial"/>
                <a:cs typeface="Arial"/>
              </a:rPr>
              <a:t>tổng doanh thu</a:t>
            </a:r>
          </a:p>
        </p:txBody>
      </p:sp>
      <p:sp>
        <p:nvSpPr>
          <p:cNvPr id="14" name="">
            <a:extLst xmlns:a="http://schemas.openxmlformats.org/drawingml/2006/main">
              <a:ext uri="{FF2B5EF4-FFF2-40B4-BE49-F238E27FC236}">
                <a16:creationId xmlns:a16="http://schemas.microsoft.com/office/drawing/2014/main" id="{40FABF62-6038-439D-868C-A9D31876E452}"/>
              </a:ext>
            </a:extLst>
          </p:cNvPr>
          <p:cNvSpPr>
            <a:spLocks xmlns:a="http://schemas.openxmlformats.org/drawingml/2006/main" noGrp="1"/>
          </p:cNvSpPr>
          <p:nvPr/>
        </p:nvSpPr>
        <p:spPr>
          <a:xfrm xmlns:a="http://schemas.openxmlformats.org/drawingml/2006/main">
            <a:off x="685800" y="4267200"/>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1">
                <a:solidFill>
                  <a:srgbClr val="315D4B"/>
                </a:solidFill>
                <a:latin typeface="Arial"/>
                <a:ea typeface="Arial"/>
                <a:cs typeface="Arial"/>
              </a:defRPr>
            </a:defPPr>
            <a:lvl1pPr>
              <a:defRPr sz="1200" b="1">
                <a:solidFill>
                  <a:srgbClr val="315D4B"/>
                </a:solidFill>
                <a:latin typeface="Arial"/>
                <a:ea typeface="Arial"/>
                <a:cs typeface="Arial"/>
              </a:defRPr>
            </a:lvl1pPr>
            <a:lvl2pPr>
              <a:defRPr sz="1200" b="1">
                <a:solidFill>
                  <a:srgbClr val="315D4B"/>
                </a:solidFill>
                <a:latin typeface="Arial"/>
                <a:ea typeface="Arial"/>
                <a:cs typeface="Arial"/>
              </a:defRPr>
            </a:lvl2pPr>
            <a:lvl3pPr>
              <a:defRPr sz="1200" b="1">
                <a:solidFill>
                  <a:srgbClr val="315D4B"/>
                </a:solidFill>
                <a:latin typeface="Arial"/>
                <a:ea typeface="Arial"/>
                <a:cs typeface="Arial"/>
              </a:defRPr>
            </a:lvl3pPr>
            <a:lvl4pPr>
              <a:defRPr sz="1200" b="1">
                <a:solidFill>
                  <a:srgbClr val="315D4B"/>
                </a:solidFill>
                <a:latin typeface="Arial"/>
                <a:ea typeface="Arial"/>
                <a:cs typeface="Arial"/>
              </a:defRPr>
            </a:lvl4pPr>
            <a:lvl5pPr>
              <a:defRPr sz="1200" b="1">
                <a:solidFill>
                  <a:srgbClr val="315D4B"/>
                </a:solidFill>
                <a:latin typeface="Arial"/>
                <a:ea typeface="Arial"/>
                <a:cs typeface="Arial"/>
              </a:defRPr>
            </a:lvl5pPr>
            <a:lvl6pPr>
              <a:defRPr sz="1200" b="1">
                <a:solidFill>
                  <a:srgbClr val="315D4B"/>
                </a:solidFill>
                <a:latin typeface="Arial"/>
                <a:ea typeface="Arial"/>
                <a:cs typeface="Arial"/>
              </a:defRPr>
            </a:lvl6pPr>
            <a:lvl7pPr>
              <a:defRPr sz="1200" b="1">
                <a:solidFill>
                  <a:srgbClr val="315D4B"/>
                </a:solidFill>
                <a:latin typeface="Arial"/>
                <a:ea typeface="Arial"/>
                <a:cs typeface="Arial"/>
              </a:defRPr>
            </a:lvl7pPr>
            <a:lvl8pPr>
              <a:defRPr sz="1200" b="1">
                <a:solidFill>
                  <a:srgbClr val="315D4B"/>
                </a:solidFill>
                <a:latin typeface="Arial"/>
                <a:ea typeface="Arial"/>
                <a:cs typeface="Arial"/>
              </a:defRPr>
            </a:lvl8pPr>
            <a:lvl9pPr>
              <a:defRPr sz="1200" b="1">
                <a:solidFill>
                  <a:srgbClr val="315D4B"/>
                </a:solidFill>
                <a:latin typeface="Arial"/>
                <a:ea typeface="Arial"/>
                <a:cs typeface="Arial"/>
              </a:defRPr>
            </a:lvl9pPr>
          </a:lstStyle>
          <a:p xmlns:a="http://schemas.openxmlformats.org/drawingml/2006/main">
            <a:pPr>
              <a:defRPr sz="1200" b="1">
                <a:solidFill>
                  <a:srgbClr val="315D4B"/>
                </a:solidFill>
                <a:latin typeface="Arial"/>
                <a:ea typeface="Arial"/>
                <a:cs typeface="Arial"/>
              </a:defRPr>
            </a:pPr>
            <a:r>
              <a:rPr sz="1200" b="1">
                <a:solidFill>
                  <a:srgbClr val="315D4B"/>
                </a:solidFill>
                <a:latin typeface="Arial"/>
                <a:ea typeface="Arial"/>
                <a:cs typeface="Arial"/>
              </a:rPr>
              <a:t>TẢI FILE</a:t>
            </a:r>
          </a:p>
        </p:txBody>
      </p:sp>
      <p:sp>
        <p:nvSpPr>
          <p:cNvPr id="15" name="">
            <a:extLst xmlns:a="http://schemas.openxmlformats.org/drawingml/2006/main">
              <a:ext uri="{FF2B5EF4-FFF2-40B4-BE49-F238E27FC236}">
                <a16:creationId xmlns:a16="http://schemas.microsoft.com/office/drawing/2014/main" id="{A28ED27B-075A-4AFA-AC3F-F989953E8085}"/>
              </a:ext>
            </a:extLst>
          </p:cNvPr>
          <p:cNvSpPr>
            <a:spLocks xmlns:a="http://schemas.openxmlformats.org/drawingml/2006/main" noGrp="1"/>
          </p:cNvSpPr>
          <p:nvPr/>
        </p:nvSpPr>
        <p:spPr>
          <a:xfrm xmlns:a="http://schemas.openxmlformats.org/drawingml/2006/main">
            <a:off x="685800" y="4600575"/>
            <a:ext cx="50958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0">
                <a:solidFill>
                  <a:srgbClr val="24362D"/>
                </a:solidFill>
                <a:latin typeface="Arial"/>
                <a:ea typeface="Arial"/>
                <a:cs typeface="Arial"/>
              </a:defRPr>
            </a:defPPr>
            <a:lvl1pPr>
              <a:defRPr sz="1575" b="0">
                <a:solidFill>
                  <a:srgbClr val="24362D"/>
                </a:solidFill>
                <a:latin typeface="Arial"/>
                <a:ea typeface="Arial"/>
                <a:cs typeface="Arial"/>
              </a:defRPr>
            </a:lvl1pPr>
            <a:lvl2pPr>
              <a:defRPr sz="1575" b="0">
                <a:solidFill>
                  <a:srgbClr val="24362D"/>
                </a:solidFill>
                <a:latin typeface="Arial"/>
                <a:ea typeface="Arial"/>
                <a:cs typeface="Arial"/>
              </a:defRPr>
            </a:lvl2pPr>
            <a:lvl3pPr>
              <a:defRPr sz="1575" b="0">
                <a:solidFill>
                  <a:srgbClr val="24362D"/>
                </a:solidFill>
                <a:latin typeface="Arial"/>
                <a:ea typeface="Arial"/>
                <a:cs typeface="Arial"/>
              </a:defRPr>
            </a:lvl3pPr>
            <a:lvl4pPr>
              <a:defRPr sz="1575" b="0">
                <a:solidFill>
                  <a:srgbClr val="24362D"/>
                </a:solidFill>
                <a:latin typeface="Arial"/>
                <a:ea typeface="Arial"/>
                <a:cs typeface="Arial"/>
              </a:defRPr>
            </a:lvl4pPr>
            <a:lvl5pPr>
              <a:defRPr sz="1575" b="0">
                <a:solidFill>
                  <a:srgbClr val="24362D"/>
                </a:solidFill>
                <a:latin typeface="Arial"/>
                <a:ea typeface="Arial"/>
                <a:cs typeface="Arial"/>
              </a:defRPr>
            </a:lvl5pPr>
            <a:lvl6pPr>
              <a:defRPr sz="1575" b="0">
                <a:solidFill>
                  <a:srgbClr val="24362D"/>
                </a:solidFill>
                <a:latin typeface="Arial"/>
                <a:ea typeface="Arial"/>
                <a:cs typeface="Arial"/>
              </a:defRPr>
            </a:lvl6pPr>
            <a:lvl7pPr>
              <a:defRPr sz="1575" b="0">
                <a:solidFill>
                  <a:srgbClr val="24362D"/>
                </a:solidFill>
                <a:latin typeface="Arial"/>
                <a:ea typeface="Arial"/>
                <a:cs typeface="Arial"/>
              </a:defRPr>
            </a:lvl7pPr>
            <a:lvl8pPr>
              <a:defRPr sz="1575" b="0">
                <a:solidFill>
                  <a:srgbClr val="24362D"/>
                </a:solidFill>
                <a:latin typeface="Arial"/>
                <a:ea typeface="Arial"/>
                <a:cs typeface="Arial"/>
              </a:defRPr>
            </a:lvl8pPr>
            <a:lvl9pPr>
              <a:defRPr sz="1575" b="0">
                <a:solidFill>
                  <a:srgbClr val="24362D"/>
                </a:solidFill>
                <a:latin typeface="Arial"/>
                <a:ea typeface="Arial"/>
                <a:cs typeface="Arial"/>
              </a:defRPr>
            </a:lvl9pPr>
          </a:lstStyle>
          <a:p xmlns:a="http://schemas.openxmlformats.org/drawingml/2006/main">
            <a:pPr>
              <a:defRPr sz="1575" b="0">
                <a:solidFill>
                  <a:srgbClr val="24362D"/>
                </a:solidFill>
                <a:latin typeface="Arial"/>
                <a:ea typeface="Arial"/>
                <a:cs typeface="Arial"/>
              </a:defRPr>
            </a:pPr>
            <a:r>
              <a:rPr sz="1575" b="0">
                <a:solidFill>
                  <a:srgbClr val="24362D"/>
                </a:solidFill>
                <a:latin typeface="Arial"/>
                <a:ea typeface="Arial"/>
                <a:cs typeface="Arial"/>
              </a:rPr>
              <a:t>Chọn CSV mẫu trong trang “Tải file &amp; phân tích”.</a:t>
            </a:r>
          </a:p>
        </p:txBody>
      </p:sp>
      <p:sp>
        <p:nvSpPr>
          <p:cNvPr id="16" name="">
            <a:extLst xmlns:a="http://schemas.openxmlformats.org/drawingml/2006/main">
              <a:ext uri="{FF2B5EF4-FFF2-40B4-BE49-F238E27FC236}">
                <a16:creationId xmlns:a16="http://schemas.microsoft.com/office/drawing/2014/main" id="{E2DF4679-5875-446B-92DD-5A0216CC40E5}"/>
              </a:ext>
            </a:extLst>
          </p:cNvPr>
          <p:cNvSpPr>
            <a:spLocks xmlns:a="http://schemas.openxmlformats.org/drawingml/2006/main" noGrp="1"/>
          </p:cNvSpPr>
          <p:nvPr/>
        </p:nvSpPr>
        <p:spPr>
          <a:xfrm xmlns:a="http://schemas.openxmlformats.org/drawingml/2006/main">
            <a:off x="6362700" y="4267200"/>
            <a:ext cx="504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1">
                <a:solidFill>
                  <a:srgbClr val="315D4B"/>
                </a:solidFill>
                <a:latin typeface="Arial"/>
                <a:ea typeface="Arial"/>
                <a:cs typeface="Arial"/>
              </a:defRPr>
            </a:defPPr>
            <a:lvl1pPr>
              <a:defRPr sz="1200" b="1">
                <a:solidFill>
                  <a:srgbClr val="315D4B"/>
                </a:solidFill>
                <a:latin typeface="Arial"/>
                <a:ea typeface="Arial"/>
                <a:cs typeface="Arial"/>
              </a:defRPr>
            </a:lvl1pPr>
            <a:lvl2pPr>
              <a:defRPr sz="1200" b="1">
                <a:solidFill>
                  <a:srgbClr val="315D4B"/>
                </a:solidFill>
                <a:latin typeface="Arial"/>
                <a:ea typeface="Arial"/>
                <a:cs typeface="Arial"/>
              </a:defRPr>
            </a:lvl2pPr>
            <a:lvl3pPr>
              <a:defRPr sz="1200" b="1">
                <a:solidFill>
                  <a:srgbClr val="315D4B"/>
                </a:solidFill>
                <a:latin typeface="Arial"/>
                <a:ea typeface="Arial"/>
                <a:cs typeface="Arial"/>
              </a:defRPr>
            </a:lvl3pPr>
            <a:lvl4pPr>
              <a:defRPr sz="1200" b="1">
                <a:solidFill>
                  <a:srgbClr val="315D4B"/>
                </a:solidFill>
                <a:latin typeface="Arial"/>
                <a:ea typeface="Arial"/>
                <a:cs typeface="Arial"/>
              </a:defRPr>
            </a:lvl4pPr>
            <a:lvl5pPr>
              <a:defRPr sz="1200" b="1">
                <a:solidFill>
                  <a:srgbClr val="315D4B"/>
                </a:solidFill>
                <a:latin typeface="Arial"/>
                <a:ea typeface="Arial"/>
                <a:cs typeface="Arial"/>
              </a:defRPr>
            </a:lvl5pPr>
            <a:lvl6pPr>
              <a:defRPr sz="1200" b="1">
                <a:solidFill>
                  <a:srgbClr val="315D4B"/>
                </a:solidFill>
                <a:latin typeface="Arial"/>
                <a:ea typeface="Arial"/>
                <a:cs typeface="Arial"/>
              </a:defRPr>
            </a:lvl6pPr>
            <a:lvl7pPr>
              <a:defRPr sz="1200" b="1">
                <a:solidFill>
                  <a:srgbClr val="315D4B"/>
                </a:solidFill>
                <a:latin typeface="Arial"/>
                <a:ea typeface="Arial"/>
                <a:cs typeface="Arial"/>
              </a:defRPr>
            </a:lvl7pPr>
            <a:lvl8pPr>
              <a:defRPr sz="1200" b="1">
                <a:solidFill>
                  <a:srgbClr val="315D4B"/>
                </a:solidFill>
                <a:latin typeface="Arial"/>
                <a:ea typeface="Arial"/>
                <a:cs typeface="Arial"/>
              </a:defRPr>
            </a:lvl8pPr>
            <a:lvl9pPr>
              <a:defRPr sz="1200" b="1">
                <a:solidFill>
                  <a:srgbClr val="315D4B"/>
                </a:solidFill>
                <a:latin typeface="Arial"/>
                <a:ea typeface="Arial"/>
                <a:cs typeface="Arial"/>
              </a:defRPr>
            </a:lvl9pPr>
          </a:lstStyle>
          <a:p xmlns:a="http://schemas.openxmlformats.org/drawingml/2006/main">
            <a:pPr>
              <a:defRPr sz="1200" b="1">
                <a:solidFill>
                  <a:srgbClr val="315D4B"/>
                </a:solidFill>
                <a:latin typeface="Arial"/>
                <a:ea typeface="Arial"/>
                <a:cs typeface="Arial"/>
              </a:defRPr>
            </a:pPr>
            <a:r>
              <a:rPr sz="1200" b="1">
                <a:solidFill>
                  <a:srgbClr val="315D4B"/>
                </a:solidFill>
                <a:latin typeface="Arial"/>
                <a:ea typeface="Arial"/>
                <a:cs typeface="Arial"/>
              </a:rPr>
              <a:t>KIỂM TRA ĐẦU RA</a:t>
            </a:r>
          </a:p>
        </p:txBody>
      </p:sp>
      <p:sp>
        <p:nvSpPr>
          <p:cNvPr id="17" name="">
            <a:extLst xmlns:a="http://schemas.openxmlformats.org/drawingml/2006/main">
              <a:ext uri="{FF2B5EF4-FFF2-40B4-BE49-F238E27FC236}">
                <a16:creationId xmlns:a16="http://schemas.microsoft.com/office/drawing/2014/main" id="{E197DA22-CC2D-4024-8A01-53E83AF32408}"/>
              </a:ext>
            </a:extLst>
          </p:cNvPr>
          <p:cNvSpPr>
            <a:spLocks xmlns:a="http://schemas.openxmlformats.org/drawingml/2006/main" noGrp="1"/>
          </p:cNvSpPr>
          <p:nvPr/>
        </p:nvSpPr>
        <p:spPr>
          <a:xfrm xmlns:a="http://schemas.openxmlformats.org/drawingml/2006/main">
            <a:off x="6362700" y="4600575"/>
            <a:ext cx="50482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0">
                <a:solidFill>
                  <a:srgbClr val="24362D"/>
                </a:solidFill>
                <a:latin typeface="Arial"/>
                <a:ea typeface="Arial"/>
                <a:cs typeface="Arial"/>
              </a:defRPr>
            </a:defPPr>
            <a:lvl1pPr>
              <a:defRPr sz="1575" b="0">
                <a:solidFill>
                  <a:srgbClr val="24362D"/>
                </a:solidFill>
                <a:latin typeface="Arial"/>
                <a:ea typeface="Arial"/>
                <a:cs typeface="Arial"/>
              </a:defRPr>
            </a:lvl1pPr>
            <a:lvl2pPr>
              <a:defRPr sz="1575" b="0">
                <a:solidFill>
                  <a:srgbClr val="24362D"/>
                </a:solidFill>
                <a:latin typeface="Arial"/>
                <a:ea typeface="Arial"/>
                <a:cs typeface="Arial"/>
              </a:defRPr>
            </a:lvl2pPr>
            <a:lvl3pPr>
              <a:defRPr sz="1575" b="0">
                <a:solidFill>
                  <a:srgbClr val="24362D"/>
                </a:solidFill>
                <a:latin typeface="Arial"/>
                <a:ea typeface="Arial"/>
                <a:cs typeface="Arial"/>
              </a:defRPr>
            </a:lvl3pPr>
            <a:lvl4pPr>
              <a:defRPr sz="1575" b="0">
                <a:solidFill>
                  <a:srgbClr val="24362D"/>
                </a:solidFill>
                <a:latin typeface="Arial"/>
                <a:ea typeface="Arial"/>
                <a:cs typeface="Arial"/>
              </a:defRPr>
            </a:lvl4pPr>
            <a:lvl5pPr>
              <a:defRPr sz="1575" b="0">
                <a:solidFill>
                  <a:srgbClr val="24362D"/>
                </a:solidFill>
                <a:latin typeface="Arial"/>
                <a:ea typeface="Arial"/>
                <a:cs typeface="Arial"/>
              </a:defRPr>
            </a:lvl5pPr>
            <a:lvl6pPr>
              <a:defRPr sz="1575" b="0">
                <a:solidFill>
                  <a:srgbClr val="24362D"/>
                </a:solidFill>
                <a:latin typeface="Arial"/>
                <a:ea typeface="Arial"/>
                <a:cs typeface="Arial"/>
              </a:defRPr>
            </a:lvl6pPr>
            <a:lvl7pPr>
              <a:defRPr sz="1575" b="0">
                <a:solidFill>
                  <a:srgbClr val="24362D"/>
                </a:solidFill>
                <a:latin typeface="Arial"/>
                <a:ea typeface="Arial"/>
                <a:cs typeface="Arial"/>
              </a:defRPr>
            </a:lvl7pPr>
            <a:lvl8pPr>
              <a:defRPr sz="1575" b="0">
                <a:solidFill>
                  <a:srgbClr val="24362D"/>
                </a:solidFill>
                <a:latin typeface="Arial"/>
                <a:ea typeface="Arial"/>
                <a:cs typeface="Arial"/>
              </a:defRPr>
            </a:lvl8pPr>
            <a:lvl9pPr>
              <a:defRPr sz="1575" b="0">
                <a:solidFill>
                  <a:srgbClr val="24362D"/>
                </a:solidFill>
                <a:latin typeface="Arial"/>
                <a:ea typeface="Arial"/>
                <a:cs typeface="Arial"/>
              </a:defRPr>
            </a:lvl9pPr>
          </a:lstStyle>
          <a:p xmlns:a="http://schemas.openxmlformats.org/drawingml/2006/main">
            <a:pPr>
              <a:defRPr sz="1575" b="0">
                <a:solidFill>
                  <a:srgbClr val="24362D"/>
                </a:solidFill>
                <a:latin typeface="Arial"/>
                <a:ea typeface="Arial"/>
                <a:cs typeface="Arial"/>
              </a:defRPr>
            </a:pPr>
            <a:r>
              <a:rPr sz="1575" b="0">
                <a:solidFill>
                  <a:srgbClr val="24362D"/>
                </a:solidFill>
                <a:latin typeface="Arial"/>
                <a:ea typeface="Arial"/>
                <a:cs typeface="Arial"/>
              </a:rPr>
              <a:t>3 biểu đồ tự tạo; Miền Bắc = 3.600.000.</a:t>
            </a:r>
          </a:p>
        </p:txBody>
      </p:sp>
      <p:sp>
        <p:nvSpPr>
          <p:cNvPr id="18" name="">
            <a:extLst xmlns:a="http://schemas.openxmlformats.org/drawingml/2006/main">
              <a:ext uri="{FF2B5EF4-FFF2-40B4-BE49-F238E27FC236}">
                <a16:creationId xmlns:a16="http://schemas.microsoft.com/office/drawing/2014/main" id="{3DAD38D3-9F90-4B8B-943B-BF1971EE2BBD}"/>
              </a:ext>
            </a:extLst>
          </p:cNvPr>
          <p:cNvSpPr>
            <a:spLocks xmlns:a="http://schemas.openxmlformats.org/drawingml/2006/main" noGrp="1"/>
          </p:cNvSpPr>
          <p:nvPr/>
        </p:nvSpPr>
        <p:spPr>
          <a:xfrm xmlns:a="http://schemas.openxmlformats.org/drawingml/2006/main">
            <a:off x="685800" y="5648325"/>
            <a:ext cx="108013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75" b="0">
                <a:solidFill>
                  <a:srgbClr val="65786C"/>
                </a:solidFill>
                <a:latin typeface="Arial"/>
                <a:ea typeface="Arial"/>
                <a:cs typeface="Arial"/>
              </a:defRPr>
            </a:defPPr>
            <a:lvl1pPr>
              <a:defRPr sz="1275" b="0">
                <a:solidFill>
                  <a:srgbClr val="65786C"/>
                </a:solidFill>
                <a:latin typeface="Arial"/>
                <a:ea typeface="Arial"/>
                <a:cs typeface="Arial"/>
              </a:defRPr>
            </a:lvl1pPr>
            <a:lvl2pPr>
              <a:defRPr sz="1275" b="0">
                <a:solidFill>
                  <a:srgbClr val="65786C"/>
                </a:solidFill>
                <a:latin typeface="Arial"/>
                <a:ea typeface="Arial"/>
                <a:cs typeface="Arial"/>
              </a:defRPr>
            </a:lvl2pPr>
            <a:lvl3pPr>
              <a:defRPr sz="1275" b="0">
                <a:solidFill>
                  <a:srgbClr val="65786C"/>
                </a:solidFill>
                <a:latin typeface="Arial"/>
                <a:ea typeface="Arial"/>
                <a:cs typeface="Arial"/>
              </a:defRPr>
            </a:lvl3pPr>
            <a:lvl4pPr>
              <a:defRPr sz="1275" b="0">
                <a:solidFill>
                  <a:srgbClr val="65786C"/>
                </a:solidFill>
                <a:latin typeface="Arial"/>
                <a:ea typeface="Arial"/>
                <a:cs typeface="Arial"/>
              </a:defRPr>
            </a:lvl4pPr>
            <a:lvl5pPr>
              <a:defRPr sz="1275" b="0">
                <a:solidFill>
                  <a:srgbClr val="65786C"/>
                </a:solidFill>
                <a:latin typeface="Arial"/>
                <a:ea typeface="Arial"/>
                <a:cs typeface="Arial"/>
              </a:defRPr>
            </a:lvl5pPr>
            <a:lvl6pPr>
              <a:defRPr sz="1275" b="0">
                <a:solidFill>
                  <a:srgbClr val="65786C"/>
                </a:solidFill>
                <a:latin typeface="Arial"/>
                <a:ea typeface="Arial"/>
                <a:cs typeface="Arial"/>
              </a:defRPr>
            </a:lvl6pPr>
            <a:lvl7pPr>
              <a:defRPr sz="1275" b="0">
                <a:solidFill>
                  <a:srgbClr val="65786C"/>
                </a:solidFill>
                <a:latin typeface="Arial"/>
                <a:ea typeface="Arial"/>
                <a:cs typeface="Arial"/>
              </a:defRPr>
            </a:lvl7pPr>
            <a:lvl8pPr>
              <a:defRPr sz="1275" b="0">
                <a:solidFill>
                  <a:srgbClr val="65786C"/>
                </a:solidFill>
                <a:latin typeface="Arial"/>
                <a:ea typeface="Arial"/>
                <a:cs typeface="Arial"/>
              </a:defRPr>
            </a:lvl8pPr>
            <a:lvl9pPr>
              <a:defRPr sz="1275" b="0">
                <a:solidFill>
                  <a:srgbClr val="65786C"/>
                </a:solidFill>
                <a:latin typeface="Arial"/>
                <a:ea typeface="Arial"/>
                <a:cs typeface="Arial"/>
              </a:defRPr>
            </a:lvl9pPr>
          </a:lstStyle>
          <a:p xmlns:a="http://schemas.openxmlformats.org/drawingml/2006/main">
            <a:pPr>
              <a:defRPr sz="1275" b="0">
                <a:solidFill>
                  <a:srgbClr val="65786C"/>
                </a:solidFill>
                <a:latin typeface="Arial"/>
                <a:ea typeface="Arial"/>
                <a:cs typeface="Arial"/>
              </a:defRPr>
            </a:pPr>
            <a:r>
              <a:rPr sz="1275" b="0">
                <a:solidFill>
                  <a:srgbClr val="65786C"/>
                </a:solidFill>
                <a:latin typeface="Arial"/>
                <a:ea typeface="Arial"/>
                <a:cs typeface="Arial"/>
              </a:rPr>
              <a:t>Quy tắc PoC: giữ nguyên dòng; ô trống hoặc sai kiểu được chuyển thành NULL và báo rõ.</a:t>
            </a:r>
          </a:p>
        </p:txBody>
      </p:sp>
    </p:spTree>
    <p:extLst>
      <p:ext uri="{BB962C8B-B14F-4D97-AF65-F5344CB8AC3E}">
        <p14:creationId xmlns:p14="http://schemas.microsoft.com/office/powerpoint/2010/main" val="1121366567"/>
      </p:ext>
    </p:extLst>
  </p:cSld>
</p:sld>
</file>

<file path=ppt/slides/slide5.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9D5E59D1-D151-43FB-9636-BD7C8A853730}"/>
              </a:ext>
            </a:extLst>
          </p:cNvPr>
          <p:cNvSpPr>
            <a:spLocks xmlns:a="http://schemas.openxmlformats.org/drawingml/2006/main" noGrp="1"/>
          </p:cNvSpPr>
          <p:nvPr/>
        </p:nvSpPr>
        <p:spPr>
          <a:xfrm xmlns:a="http://schemas.openxmlformats.org/drawingml/2006/main">
            <a:off x="685800" y="381000"/>
            <a:ext cx="7620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975" b="1">
                <a:solidFill>
                  <a:srgbClr val="315D4B"/>
                </a:solidFill>
                <a:latin typeface="Arial"/>
                <a:ea typeface="Arial"/>
                <a:cs typeface="Arial"/>
              </a:defRPr>
            </a:defPPr>
            <a:lvl1pPr>
              <a:defRPr sz="975" b="1">
                <a:solidFill>
                  <a:srgbClr val="315D4B"/>
                </a:solidFill>
                <a:latin typeface="Arial"/>
                <a:ea typeface="Arial"/>
                <a:cs typeface="Arial"/>
              </a:defRPr>
            </a:lvl1pPr>
            <a:lvl2pPr>
              <a:defRPr sz="975" b="1">
                <a:solidFill>
                  <a:srgbClr val="315D4B"/>
                </a:solidFill>
                <a:latin typeface="Arial"/>
                <a:ea typeface="Arial"/>
                <a:cs typeface="Arial"/>
              </a:defRPr>
            </a:lvl2pPr>
            <a:lvl3pPr>
              <a:defRPr sz="975" b="1">
                <a:solidFill>
                  <a:srgbClr val="315D4B"/>
                </a:solidFill>
                <a:latin typeface="Arial"/>
                <a:ea typeface="Arial"/>
                <a:cs typeface="Arial"/>
              </a:defRPr>
            </a:lvl3pPr>
            <a:lvl4pPr>
              <a:defRPr sz="975" b="1">
                <a:solidFill>
                  <a:srgbClr val="315D4B"/>
                </a:solidFill>
                <a:latin typeface="Arial"/>
                <a:ea typeface="Arial"/>
                <a:cs typeface="Arial"/>
              </a:defRPr>
            </a:lvl4pPr>
            <a:lvl5pPr>
              <a:defRPr sz="975" b="1">
                <a:solidFill>
                  <a:srgbClr val="315D4B"/>
                </a:solidFill>
                <a:latin typeface="Arial"/>
                <a:ea typeface="Arial"/>
                <a:cs typeface="Arial"/>
              </a:defRPr>
            </a:lvl5pPr>
            <a:lvl6pPr>
              <a:defRPr sz="975" b="1">
                <a:solidFill>
                  <a:srgbClr val="315D4B"/>
                </a:solidFill>
                <a:latin typeface="Arial"/>
                <a:ea typeface="Arial"/>
                <a:cs typeface="Arial"/>
              </a:defRPr>
            </a:lvl6pPr>
            <a:lvl7pPr>
              <a:defRPr sz="975" b="1">
                <a:solidFill>
                  <a:srgbClr val="315D4B"/>
                </a:solidFill>
                <a:latin typeface="Arial"/>
                <a:ea typeface="Arial"/>
                <a:cs typeface="Arial"/>
              </a:defRPr>
            </a:lvl7pPr>
            <a:lvl8pPr>
              <a:defRPr sz="975" b="1">
                <a:solidFill>
                  <a:srgbClr val="315D4B"/>
                </a:solidFill>
                <a:latin typeface="Arial"/>
                <a:ea typeface="Arial"/>
                <a:cs typeface="Arial"/>
              </a:defRPr>
            </a:lvl8pPr>
            <a:lvl9pPr>
              <a:defRPr sz="975" b="1">
                <a:solidFill>
                  <a:srgbClr val="315D4B"/>
                </a:solidFill>
                <a:latin typeface="Arial"/>
                <a:ea typeface="Arial"/>
                <a:cs typeface="Arial"/>
              </a:defRPr>
            </a:lvl9pPr>
          </a:lstStyle>
          <a:p xmlns:a="http://schemas.openxmlformats.org/drawingml/2006/main">
            <a:pPr>
              <a:defRPr sz="975" b="1">
                <a:solidFill>
                  <a:srgbClr val="315D4B"/>
                </a:solidFill>
                <a:latin typeface="Arial"/>
                <a:ea typeface="Arial"/>
                <a:cs typeface="Arial"/>
              </a:defRPr>
            </a:pPr>
            <a:r>
              <a:rPr sz="975" b="1">
                <a:solidFill>
                  <a:srgbClr val="315D4B"/>
                </a:solidFill>
                <a:latin typeface="Arial"/>
                <a:ea typeface="Arial"/>
                <a:cs typeface="Arial"/>
              </a:rPr>
              <a:t>BÁO CÁO POC / BI DASHBOARD</a:t>
            </a:r>
          </a:p>
        </p:txBody>
      </p:sp>
      <p:sp>
        <p:nvSpPr>
          <p:cNvPr id="2" name="">
            <a:extLst xmlns:a="http://schemas.openxmlformats.org/drawingml/2006/main">
              <a:ext uri="{FF2B5EF4-FFF2-40B4-BE49-F238E27FC236}">
                <a16:creationId xmlns:a16="http://schemas.microsoft.com/office/drawing/2014/main" id="{CAE35C92-DFBB-442E-BF10-C1DD623FB651}"/>
              </a:ext>
            </a:extLst>
          </p:cNvPr>
          <p:cNvSpPr>
            <a:spLocks xmlns:a="http://schemas.openxmlformats.org/drawingml/2006/main" noGrp="1"/>
          </p:cNvSpPr>
          <p:nvPr/>
        </p:nvSpPr>
        <p:spPr>
          <a:xfrm xmlns:a="http://schemas.openxmlformats.org/drawingml/2006/main">
            <a:off x="685800" y="838200"/>
            <a:ext cx="108204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000" b="1">
                <a:solidFill>
                  <a:srgbClr val="24362D"/>
                </a:solidFill>
                <a:latin typeface="Arial"/>
                <a:ea typeface="Arial"/>
                <a:cs typeface="Arial"/>
              </a:defRPr>
            </a:defPPr>
            <a:lvl1pPr>
              <a:defRPr sz="3000" b="1">
                <a:solidFill>
                  <a:srgbClr val="24362D"/>
                </a:solidFill>
                <a:latin typeface="Arial"/>
                <a:ea typeface="Arial"/>
                <a:cs typeface="Arial"/>
              </a:defRPr>
            </a:lvl1pPr>
            <a:lvl2pPr>
              <a:defRPr sz="3000" b="1">
                <a:solidFill>
                  <a:srgbClr val="24362D"/>
                </a:solidFill>
                <a:latin typeface="Arial"/>
                <a:ea typeface="Arial"/>
                <a:cs typeface="Arial"/>
              </a:defRPr>
            </a:lvl2pPr>
            <a:lvl3pPr>
              <a:defRPr sz="3000" b="1">
                <a:solidFill>
                  <a:srgbClr val="24362D"/>
                </a:solidFill>
                <a:latin typeface="Arial"/>
                <a:ea typeface="Arial"/>
                <a:cs typeface="Arial"/>
              </a:defRPr>
            </a:lvl3pPr>
            <a:lvl4pPr>
              <a:defRPr sz="3000" b="1">
                <a:solidFill>
                  <a:srgbClr val="24362D"/>
                </a:solidFill>
                <a:latin typeface="Arial"/>
                <a:ea typeface="Arial"/>
                <a:cs typeface="Arial"/>
              </a:defRPr>
            </a:lvl4pPr>
            <a:lvl5pPr>
              <a:defRPr sz="3000" b="1">
                <a:solidFill>
                  <a:srgbClr val="24362D"/>
                </a:solidFill>
                <a:latin typeface="Arial"/>
                <a:ea typeface="Arial"/>
                <a:cs typeface="Arial"/>
              </a:defRPr>
            </a:lvl5pPr>
            <a:lvl6pPr>
              <a:defRPr sz="3000" b="1">
                <a:solidFill>
                  <a:srgbClr val="24362D"/>
                </a:solidFill>
                <a:latin typeface="Arial"/>
                <a:ea typeface="Arial"/>
                <a:cs typeface="Arial"/>
              </a:defRPr>
            </a:lvl6pPr>
            <a:lvl7pPr>
              <a:defRPr sz="3000" b="1">
                <a:solidFill>
                  <a:srgbClr val="24362D"/>
                </a:solidFill>
                <a:latin typeface="Arial"/>
                <a:ea typeface="Arial"/>
                <a:cs typeface="Arial"/>
              </a:defRPr>
            </a:lvl7pPr>
            <a:lvl8pPr>
              <a:defRPr sz="3000" b="1">
                <a:solidFill>
                  <a:srgbClr val="24362D"/>
                </a:solidFill>
                <a:latin typeface="Arial"/>
                <a:ea typeface="Arial"/>
                <a:cs typeface="Arial"/>
              </a:defRPr>
            </a:lvl8pPr>
            <a:lvl9pPr>
              <a:defRPr sz="3000" b="1">
                <a:solidFill>
                  <a:srgbClr val="24362D"/>
                </a:solidFill>
                <a:latin typeface="Arial"/>
                <a:ea typeface="Arial"/>
                <a:cs typeface="Arial"/>
              </a:defRPr>
            </a:lvl9pPr>
          </a:lstStyle>
          <a:p xmlns:a="http://schemas.openxmlformats.org/drawingml/2006/main">
            <a:pPr>
              <a:defRPr sz="3000" b="1">
                <a:solidFill>
                  <a:srgbClr val="24362D"/>
                </a:solidFill>
                <a:latin typeface="Arial"/>
                <a:ea typeface="Arial"/>
                <a:cs typeface="Arial"/>
              </a:defRPr>
            </a:pPr>
            <a:r>
              <a:rPr sz="3000" b="1">
                <a:solidFill>
                  <a:srgbClr val="24362D"/>
                </a:solidFill>
                <a:latin typeface="Arial"/>
                <a:ea typeface="Arial"/>
                <a:cs typeface="Arial"/>
              </a:rPr>
              <a:t>Bằng chứng kiểm thử</a:t>
            </a:r>
          </a:p>
        </p:txBody>
      </p:sp>
      <p:sp>
        <p:nvSpPr>
          <p:cNvPr id="3" name="">
            <a:extLst xmlns:a="http://schemas.openxmlformats.org/drawingml/2006/main">
              <a:ext uri="{FF2B5EF4-FFF2-40B4-BE49-F238E27FC236}">
                <a16:creationId xmlns:a16="http://schemas.microsoft.com/office/drawing/2014/main" id="{B0675661-C09F-422D-A49B-53E5D8C0BB34}"/>
              </a:ext>
            </a:extLst>
          </p:cNvPr>
          <p:cNvSpPr>
            <a:spLocks xmlns:a="http://schemas.openxmlformats.org/drawingml/2006/main" noGrp="1"/>
          </p:cNvSpPr>
          <p:nvPr/>
        </p:nvSpPr>
        <p:spPr>
          <a:xfrm xmlns:a="http://schemas.openxmlformats.org/drawingml/2006/main">
            <a:off x="685800" y="6448425"/>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825" b="1">
                <a:solidFill>
                  <a:srgbClr val="65786C"/>
                </a:solidFill>
                <a:latin typeface="Arial"/>
                <a:ea typeface="Arial"/>
                <a:cs typeface="Arial"/>
              </a:defRPr>
            </a:defPPr>
            <a:lvl1pPr>
              <a:defRPr sz="825" b="1">
                <a:solidFill>
                  <a:srgbClr val="65786C"/>
                </a:solidFill>
                <a:latin typeface="Arial"/>
                <a:ea typeface="Arial"/>
                <a:cs typeface="Arial"/>
              </a:defRPr>
            </a:lvl1pPr>
            <a:lvl2pPr>
              <a:defRPr sz="825" b="1">
                <a:solidFill>
                  <a:srgbClr val="65786C"/>
                </a:solidFill>
                <a:latin typeface="Arial"/>
                <a:ea typeface="Arial"/>
                <a:cs typeface="Arial"/>
              </a:defRPr>
            </a:lvl2pPr>
            <a:lvl3pPr>
              <a:defRPr sz="825" b="1">
                <a:solidFill>
                  <a:srgbClr val="65786C"/>
                </a:solidFill>
                <a:latin typeface="Arial"/>
                <a:ea typeface="Arial"/>
                <a:cs typeface="Arial"/>
              </a:defRPr>
            </a:lvl3pPr>
            <a:lvl4pPr>
              <a:defRPr sz="825" b="1">
                <a:solidFill>
                  <a:srgbClr val="65786C"/>
                </a:solidFill>
                <a:latin typeface="Arial"/>
                <a:ea typeface="Arial"/>
                <a:cs typeface="Arial"/>
              </a:defRPr>
            </a:lvl4pPr>
            <a:lvl5pPr>
              <a:defRPr sz="825" b="1">
                <a:solidFill>
                  <a:srgbClr val="65786C"/>
                </a:solidFill>
                <a:latin typeface="Arial"/>
                <a:ea typeface="Arial"/>
                <a:cs typeface="Arial"/>
              </a:defRPr>
            </a:lvl5pPr>
            <a:lvl6pPr>
              <a:defRPr sz="825" b="1">
                <a:solidFill>
                  <a:srgbClr val="65786C"/>
                </a:solidFill>
                <a:latin typeface="Arial"/>
                <a:ea typeface="Arial"/>
                <a:cs typeface="Arial"/>
              </a:defRPr>
            </a:lvl6pPr>
            <a:lvl7pPr>
              <a:defRPr sz="825" b="1">
                <a:solidFill>
                  <a:srgbClr val="65786C"/>
                </a:solidFill>
                <a:latin typeface="Arial"/>
                <a:ea typeface="Arial"/>
                <a:cs typeface="Arial"/>
              </a:defRPr>
            </a:lvl7pPr>
            <a:lvl8pPr>
              <a:defRPr sz="825" b="1">
                <a:solidFill>
                  <a:srgbClr val="65786C"/>
                </a:solidFill>
                <a:latin typeface="Arial"/>
                <a:ea typeface="Arial"/>
                <a:cs typeface="Arial"/>
              </a:defRPr>
            </a:lvl8pPr>
            <a:lvl9pPr>
              <a:defRPr sz="825" b="1">
                <a:solidFill>
                  <a:srgbClr val="65786C"/>
                </a:solidFill>
                <a:latin typeface="Arial"/>
                <a:ea typeface="Arial"/>
                <a:cs typeface="Arial"/>
              </a:defRPr>
            </a:lvl9pPr>
          </a:lstStyle>
          <a:p xmlns:a="http://schemas.openxmlformats.org/drawingml/2006/main">
            <a:pPr>
              <a:defRPr sz="825" b="1">
                <a:solidFill>
                  <a:srgbClr val="65786C"/>
                </a:solidFill>
                <a:latin typeface="Arial"/>
                <a:ea typeface="Arial"/>
                <a:cs typeface="Arial"/>
              </a:defRPr>
            </a:pPr>
            <a:r>
              <a:rPr sz="825" b="1">
                <a:solidFill>
                  <a:srgbClr val="65786C"/>
                </a:solidFill>
                <a:latin typeface="Arial"/>
                <a:ea typeface="Arial"/>
                <a:cs typeface="Arial"/>
              </a:rPr>
              <a:t>PYTHERA AI LAB  ·  SPRING BOOT / POSTGRESQL</a:t>
            </a:r>
          </a:p>
        </p:txBody>
      </p:sp>
      <p:sp>
        <p:nvSpPr>
          <p:cNvPr id="4" name="">
            <a:extLst xmlns:a="http://schemas.openxmlformats.org/drawingml/2006/main">
              <a:ext uri="{FF2B5EF4-FFF2-40B4-BE49-F238E27FC236}">
                <a16:creationId xmlns:a16="http://schemas.microsoft.com/office/drawing/2014/main" id="{2FCCE883-55FB-4881-BDAF-5E8BE2B60075}"/>
              </a:ext>
            </a:extLst>
          </p:cNvPr>
          <p:cNvSpPr>
            <a:spLocks xmlns:a="http://schemas.openxmlformats.org/drawingml/2006/main" noGrp="1"/>
          </p:cNvSpPr>
          <p:nvPr/>
        </p:nvSpPr>
        <p:spPr>
          <a:xfrm xmlns:a="http://schemas.openxmlformats.org/drawingml/2006/main">
            <a:off x="10477500" y="6448425"/>
            <a:ext cx="1028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lgn="r">
              <a:defRPr sz="825" b="1">
                <a:solidFill>
                  <a:srgbClr val="65786C"/>
                </a:solidFill>
                <a:latin typeface="Arial"/>
                <a:ea typeface="Arial"/>
                <a:cs typeface="Arial"/>
              </a:defRPr>
            </a:defPPr>
            <a:lvl1pPr algn="r">
              <a:defRPr sz="825" b="1">
                <a:solidFill>
                  <a:srgbClr val="65786C"/>
                </a:solidFill>
                <a:latin typeface="Arial"/>
                <a:ea typeface="Arial"/>
                <a:cs typeface="Arial"/>
              </a:defRPr>
            </a:lvl1pPr>
            <a:lvl2pPr algn="r">
              <a:defRPr sz="825" b="1">
                <a:solidFill>
                  <a:srgbClr val="65786C"/>
                </a:solidFill>
                <a:latin typeface="Arial"/>
                <a:ea typeface="Arial"/>
                <a:cs typeface="Arial"/>
              </a:defRPr>
            </a:lvl2pPr>
            <a:lvl3pPr algn="r">
              <a:defRPr sz="825" b="1">
                <a:solidFill>
                  <a:srgbClr val="65786C"/>
                </a:solidFill>
                <a:latin typeface="Arial"/>
                <a:ea typeface="Arial"/>
                <a:cs typeface="Arial"/>
              </a:defRPr>
            </a:lvl3pPr>
            <a:lvl4pPr algn="r">
              <a:defRPr sz="825" b="1">
                <a:solidFill>
                  <a:srgbClr val="65786C"/>
                </a:solidFill>
                <a:latin typeface="Arial"/>
                <a:ea typeface="Arial"/>
                <a:cs typeface="Arial"/>
              </a:defRPr>
            </a:lvl4pPr>
            <a:lvl5pPr algn="r">
              <a:defRPr sz="825" b="1">
                <a:solidFill>
                  <a:srgbClr val="65786C"/>
                </a:solidFill>
                <a:latin typeface="Arial"/>
                <a:ea typeface="Arial"/>
                <a:cs typeface="Arial"/>
              </a:defRPr>
            </a:lvl5pPr>
            <a:lvl6pPr algn="r">
              <a:defRPr sz="825" b="1">
                <a:solidFill>
                  <a:srgbClr val="65786C"/>
                </a:solidFill>
                <a:latin typeface="Arial"/>
                <a:ea typeface="Arial"/>
                <a:cs typeface="Arial"/>
              </a:defRPr>
            </a:lvl6pPr>
            <a:lvl7pPr algn="r">
              <a:defRPr sz="825" b="1">
                <a:solidFill>
                  <a:srgbClr val="65786C"/>
                </a:solidFill>
                <a:latin typeface="Arial"/>
                <a:ea typeface="Arial"/>
                <a:cs typeface="Arial"/>
              </a:defRPr>
            </a:lvl7pPr>
            <a:lvl8pPr algn="r">
              <a:defRPr sz="825" b="1">
                <a:solidFill>
                  <a:srgbClr val="65786C"/>
                </a:solidFill>
                <a:latin typeface="Arial"/>
                <a:ea typeface="Arial"/>
                <a:cs typeface="Arial"/>
              </a:defRPr>
            </a:lvl8pPr>
            <a:lvl9pPr algn="r">
              <a:defRPr sz="825" b="1">
                <a:solidFill>
                  <a:srgbClr val="65786C"/>
                </a:solidFill>
                <a:latin typeface="Arial"/>
                <a:ea typeface="Arial"/>
                <a:cs typeface="Arial"/>
              </a:defRPr>
            </a:lvl9pPr>
          </a:lstStyle>
          <a:p xmlns:a="http://schemas.openxmlformats.org/drawingml/2006/main">
            <a:pPr algn="r">
              <a:defRPr sz="825" b="1">
                <a:solidFill>
                  <a:srgbClr val="65786C"/>
                </a:solidFill>
                <a:latin typeface="Arial"/>
                <a:ea typeface="Arial"/>
                <a:cs typeface="Arial"/>
              </a:defRPr>
            </a:pPr>
            <a:r>
              <a:rPr sz="825" b="1">
                <a:solidFill>
                  <a:srgbClr val="65786C"/>
                </a:solidFill>
                <a:latin typeface="Arial"/>
                <a:ea typeface="Arial"/>
                <a:cs typeface="Arial"/>
              </a:rPr>
              <a:t>05 / 06</a:t>
            </a:r>
          </a:p>
        </p:txBody>
      </p:sp>
      <p:sp>
        <p:nvSpPr>
          <p:cNvPr id="5" name="">
            <a:extLst xmlns:a="http://schemas.openxmlformats.org/drawingml/2006/main">
              <a:ext uri="{FF2B5EF4-FFF2-40B4-BE49-F238E27FC236}">
                <a16:creationId xmlns:a16="http://schemas.microsoft.com/office/drawing/2014/main" id="{9E3CE380-E9FE-45ED-9FD1-F82578295EBF}"/>
              </a:ext>
            </a:extLst>
          </p:cNvPr>
          <p:cNvSpPr>
            <a:spLocks xmlns:a="http://schemas.openxmlformats.org/drawingml/2006/main" noGrp="1"/>
          </p:cNvSpPr>
          <p:nvPr/>
        </p:nvSpPr>
        <p:spPr>
          <a:xfrm xmlns:a="http://schemas.openxmlformats.org/drawingml/2006/main">
            <a:off x="685800" y="1781175"/>
            <a:ext cx="5143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650" b="1">
                <a:solidFill>
                  <a:srgbClr val="315D4B"/>
                </a:solidFill>
                <a:latin typeface="Arial"/>
                <a:ea typeface="Arial"/>
                <a:cs typeface="Arial"/>
              </a:defRPr>
            </a:defPPr>
            <a:lvl1pPr>
              <a:defRPr sz="1650" b="1">
                <a:solidFill>
                  <a:srgbClr val="315D4B"/>
                </a:solidFill>
                <a:latin typeface="Arial"/>
                <a:ea typeface="Arial"/>
                <a:cs typeface="Arial"/>
              </a:defRPr>
            </a:lvl1pPr>
            <a:lvl2pPr>
              <a:defRPr sz="1650" b="1">
                <a:solidFill>
                  <a:srgbClr val="315D4B"/>
                </a:solidFill>
                <a:latin typeface="Arial"/>
                <a:ea typeface="Arial"/>
                <a:cs typeface="Arial"/>
              </a:defRPr>
            </a:lvl2pPr>
            <a:lvl3pPr>
              <a:defRPr sz="1650" b="1">
                <a:solidFill>
                  <a:srgbClr val="315D4B"/>
                </a:solidFill>
                <a:latin typeface="Arial"/>
                <a:ea typeface="Arial"/>
                <a:cs typeface="Arial"/>
              </a:defRPr>
            </a:lvl3pPr>
            <a:lvl4pPr>
              <a:defRPr sz="1650" b="1">
                <a:solidFill>
                  <a:srgbClr val="315D4B"/>
                </a:solidFill>
                <a:latin typeface="Arial"/>
                <a:ea typeface="Arial"/>
                <a:cs typeface="Arial"/>
              </a:defRPr>
            </a:lvl4pPr>
            <a:lvl5pPr>
              <a:defRPr sz="1650" b="1">
                <a:solidFill>
                  <a:srgbClr val="315D4B"/>
                </a:solidFill>
                <a:latin typeface="Arial"/>
                <a:ea typeface="Arial"/>
                <a:cs typeface="Arial"/>
              </a:defRPr>
            </a:lvl5pPr>
            <a:lvl6pPr>
              <a:defRPr sz="1650" b="1">
                <a:solidFill>
                  <a:srgbClr val="315D4B"/>
                </a:solidFill>
                <a:latin typeface="Arial"/>
                <a:ea typeface="Arial"/>
                <a:cs typeface="Arial"/>
              </a:defRPr>
            </a:lvl6pPr>
            <a:lvl7pPr>
              <a:defRPr sz="1650" b="1">
                <a:solidFill>
                  <a:srgbClr val="315D4B"/>
                </a:solidFill>
                <a:latin typeface="Arial"/>
                <a:ea typeface="Arial"/>
                <a:cs typeface="Arial"/>
              </a:defRPr>
            </a:lvl7pPr>
            <a:lvl8pPr>
              <a:defRPr sz="1650" b="1">
                <a:solidFill>
                  <a:srgbClr val="315D4B"/>
                </a:solidFill>
                <a:latin typeface="Arial"/>
                <a:ea typeface="Arial"/>
                <a:cs typeface="Arial"/>
              </a:defRPr>
            </a:lvl8pPr>
            <a:lvl9pPr>
              <a:defRPr sz="1650" b="1">
                <a:solidFill>
                  <a:srgbClr val="315D4B"/>
                </a:solidFill>
                <a:latin typeface="Arial"/>
                <a:ea typeface="Arial"/>
                <a:cs typeface="Arial"/>
              </a:defRPr>
            </a:lvl9pPr>
          </a:lstStyle>
          <a:p xmlns:a="http://schemas.openxmlformats.org/drawingml/2006/main">
            <a:pPr>
              <a:defRPr sz="1650" b="1">
                <a:solidFill>
                  <a:srgbClr val="315D4B"/>
                </a:solidFill>
                <a:latin typeface="Arial"/>
                <a:ea typeface="Arial"/>
                <a:cs typeface="Arial"/>
              </a:defRPr>
            </a:pPr>
            <a:r>
              <a:rPr sz="1650" b="1">
                <a:solidFill>
                  <a:srgbClr val="315D4B"/>
                </a:solidFill>
                <a:latin typeface="Arial"/>
                <a:ea typeface="Arial"/>
                <a:cs typeface="Arial"/>
              </a:rPr>
              <a:t>01</a:t>
            </a:r>
          </a:p>
        </p:txBody>
      </p:sp>
      <p:sp>
        <p:nvSpPr>
          <p:cNvPr id="6" name="">
            <a:extLst xmlns:a="http://schemas.openxmlformats.org/drawingml/2006/main">
              <a:ext uri="{FF2B5EF4-FFF2-40B4-BE49-F238E27FC236}">
                <a16:creationId xmlns:a16="http://schemas.microsoft.com/office/drawing/2014/main" id="{B121F307-ADDF-4CF5-B8AC-C840F7E6E414}"/>
              </a:ext>
            </a:extLst>
          </p:cNvPr>
          <p:cNvSpPr>
            <a:spLocks xmlns:a="http://schemas.openxmlformats.org/drawingml/2006/main" noGrp="1"/>
          </p:cNvSpPr>
          <p:nvPr/>
        </p:nvSpPr>
        <p:spPr>
          <a:xfrm xmlns:a="http://schemas.openxmlformats.org/drawingml/2006/main">
            <a:off x="1314450" y="1762125"/>
            <a:ext cx="97536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650" b="1">
                <a:solidFill>
                  <a:srgbClr val="24362D"/>
                </a:solidFill>
                <a:latin typeface="Arial"/>
                <a:ea typeface="Arial"/>
                <a:cs typeface="Arial"/>
              </a:defRPr>
            </a:defPPr>
            <a:lvl1pPr>
              <a:defRPr sz="1650" b="1">
                <a:solidFill>
                  <a:srgbClr val="24362D"/>
                </a:solidFill>
                <a:latin typeface="Arial"/>
                <a:ea typeface="Arial"/>
                <a:cs typeface="Arial"/>
              </a:defRPr>
            </a:lvl1pPr>
            <a:lvl2pPr>
              <a:defRPr sz="1650" b="1">
                <a:solidFill>
                  <a:srgbClr val="24362D"/>
                </a:solidFill>
                <a:latin typeface="Arial"/>
                <a:ea typeface="Arial"/>
                <a:cs typeface="Arial"/>
              </a:defRPr>
            </a:lvl2pPr>
            <a:lvl3pPr>
              <a:defRPr sz="1650" b="1">
                <a:solidFill>
                  <a:srgbClr val="24362D"/>
                </a:solidFill>
                <a:latin typeface="Arial"/>
                <a:ea typeface="Arial"/>
                <a:cs typeface="Arial"/>
              </a:defRPr>
            </a:lvl3pPr>
            <a:lvl4pPr>
              <a:defRPr sz="1650" b="1">
                <a:solidFill>
                  <a:srgbClr val="24362D"/>
                </a:solidFill>
                <a:latin typeface="Arial"/>
                <a:ea typeface="Arial"/>
                <a:cs typeface="Arial"/>
              </a:defRPr>
            </a:lvl4pPr>
            <a:lvl5pPr>
              <a:defRPr sz="1650" b="1">
                <a:solidFill>
                  <a:srgbClr val="24362D"/>
                </a:solidFill>
                <a:latin typeface="Arial"/>
                <a:ea typeface="Arial"/>
                <a:cs typeface="Arial"/>
              </a:defRPr>
            </a:lvl5pPr>
            <a:lvl6pPr>
              <a:defRPr sz="1650" b="1">
                <a:solidFill>
                  <a:srgbClr val="24362D"/>
                </a:solidFill>
                <a:latin typeface="Arial"/>
                <a:ea typeface="Arial"/>
                <a:cs typeface="Arial"/>
              </a:defRPr>
            </a:lvl6pPr>
            <a:lvl7pPr>
              <a:defRPr sz="1650" b="1">
                <a:solidFill>
                  <a:srgbClr val="24362D"/>
                </a:solidFill>
                <a:latin typeface="Arial"/>
                <a:ea typeface="Arial"/>
                <a:cs typeface="Arial"/>
              </a:defRPr>
            </a:lvl7pPr>
            <a:lvl8pPr>
              <a:defRPr sz="1650" b="1">
                <a:solidFill>
                  <a:srgbClr val="24362D"/>
                </a:solidFill>
                <a:latin typeface="Arial"/>
                <a:ea typeface="Arial"/>
                <a:cs typeface="Arial"/>
              </a:defRPr>
            </a:lvl8pPr>
            <a:lvl9pPr>
              <a:defRPr sz="1650" b="1">
                <a:solidFill>
                  <a:srgbClr val="24362D"/>
                </a:solidFill>
                <a:latin typeface="Arial"/>
                <a:ea typeface="Arial"/>
                <a:cs typeface="Arial"/>
              </a:defRPr>
            </a:lvl9pPr>
          </a:lstStyle>
          <a:p xmlns:a="http://schemas.openxmlformats.org/drawingml/2006/main">
            <a:pPr>
              <a:defRPr sz="1650" b="1">
                <a:solidFill>
                  <a:srgbClr val="24362D"/>
                </a:solidFill>
                <a:latin typeface="Arial"/>
                <a:ea typeface="Arial"/>
                <a:cs typeface="Arial"/>
              </a:defRPr>
            </a:pPr>
            <a:r>
              <a:rPr sz="1650" b="1">
                <a:solidFill>
                  <a:srgbClr val="24362D"/>
                </a:solidFill>
                <a:latin typeface="Arial"/>
                <a:ea typeface="Arial"/>
                <a:cs typeface="Arial"/>
              </a:rPr>
              <a:t>Dữ liệu mẫu đối chiếu đúng</a:t>
            </a:r>
          </a:p>
        </p:txBody>
      </p:sp>
      <p:sp>
        <p:nvSpPr>
          <p:cNvPr id="7" name="">
            <a:extLst xmlns:a="http://schemas.openxmlformats.org/drawingml/2006/main">
              <a:ext uri="{FF2B5EF4-FFF2-40B4-BE49-F238E27FC236}">
                <a16:creationId xmlns:a16="http://schemas.microsoft.com/office/drawing/2014/main" id="{E891AA77-A879-408E-86A5-52E5DFEB5BDF}"/>
              </a:ext>
            </a:extLst>
          </p:cNvPr>
          <p:cNvSpPr>
            <a:spLocks xmlns:a="http://schemas.openxmlformats.org/drawingml/2006/main" noGrp="1"/>
          </p:cNvSpPr>
          <p:nvPr/>
        </p:nvSpPr>
        <p:spPr>
          <a:xfrm xmlns:a="http://schemas.openxmlformats.org/drawingml/2006/main">
            <a:off x="1314450" y="2095500"/>
            <a:ext cx="97536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65786C"/>
                </a:solidFill>
                <a:latin typeface="Arial"/>
                <a:ea typeface="Arial"/>
                <a:cs typeface="Arial"/>
              </a:defRPr>
            </a:defPPr>
            <a:lvl1pPr>
              <a:defRPr sz="1200" b="0">
                <a:solidFill>
                  <a:srgbClr val="65786C"/>
                </a:solidFill>
                <a:latin typeface="Arial"/>
                <a:ea typeface="Arial"/>
                <a:cs typeface="Arial"/>
              </a:defRPr>
            </a:lvl1pPr>
            <a:lvl2pPr>
              <a:defRPr sz="1200" b="0">
                <a:solidFill>
                  <a:srgbClr val="65786C"/>
                </a:solidFill>
                <a:latin typeface="Arial"/>
                <a:ea typeface="Arial"/>
                <a:cs typeface="Arial"/>
              </a:defRPr>
            </a:lvl2pPr>
            <a:lvl3pPr>
              <a:defRPr sz="1200" b="0">
                <a:solidFill>
                  <a:srgbClr val="65786C"/>
                </a:solidFill>
                <a:latin typeface="Arial"/>
                <a:ea typeface="Arial"/>
                <a:cs typeface="Arial"/>
              </a:defRPr>
            </a:lvl3pPr>
            <a:lvl4pPr>
              <a:defRPr sz="1200" b="0">
                <a:solidFill>
                  <a:srgbClr val="65786C"/>
                </a:solidFill>
                <a:latin typeface="Arial"/>
                <a:ea typeface="Arial"/>
                <a:cs typeface="Arial"/>
              </a:defRPr>
            </a:lvl4pPr>
            <a:lvl5pPr>
              <a:defRPr sz="1200" b="0">
                <a:solidFill>
                  <a:srgbClr val="65786C"/>
                </a:solidFill>
                <a:latin typeface="Arial"/>
                <a:ea typeface="Arial"/>
                <a:cs typeface="Arial"/>
              </a:defRPr>
            </a:lvl5pPr>
            <a:lvl6pPr>
              <a:defRPr sz="1200" b="0">
                <a:solidFill>
                  <a:srgbClr val="65786C"/>
                </a:solidFill>
                <a:latin typeface="Arial"/>
                <a:ea typeface="Arial"/>
                <a:cs typeface="Arial"/>
              </a:defRPr>
            </a:lvl6pPr>
            <a:lvl7pPr>
              <a:defRPr sz="1200" b="0">
                <a:solidFill>
                  <a:srgbClr val="65786C"/>
                </a:solidFill>
                <a:latin typeface="Arial"/>
                <a:ea typeface="Arial"/>
                <a:cs typeface="Arial"/>
              </a:defRPr>
            </a:lvl7pPr>
            <a:lvl8pPr>
              <a:defRPr sz="1200" b="0">
                <a:solidFill>
                  <a:srgbClr val="65786C"/>
                </a:solidFill>
                <a:latin typeface="Arial"/>
                <a:ea typeface="Arial"/>
                <a:cs typeface="Arial"/>
              </a:defRPr>
            </a:lvl8pPr>
            <a:lvl9pPr>
              <a:defRPr sz="1200" b="0">
                <a:solidFill>
                  <a:srgbClr val="65786C"/>
                </a:solidFill>
                <a:latin typeface="Arial"/>
                <a:ea typeface="Arial"/>
                <a:cs typeface="Arial"/>
              </a:defRPr>
            </a:lvl9pPr>
          </a:lstStyle>
          <a:p xmlns:a="http://schemas.openxmlformats.org/drawingml/2006/main">
            <a:pPr>
              <a:defRPr sz="1200" b="0">
                <a:solidFill>
                  <a:srgbClr val="65786C"/>
                </a:solidFill>
                <a:latin typeface="Arial"/>
                <a:ea typeface="Arial"/>
                <a:cs typeface="Arial"/>
              </a:defRPr>
            </a:pPr>
            <a:r>
              <a:rPr sz="1200" b="0">
                <a:solidFill>
                  <a:srgbClr val="65786C"/>
                </a:solidFill>
                <a:latin typeface="Arial"/>
                <a:ea typeface="Arial"/>
                <a:cs typeface="Arial"/>
              </a:rPr>
              <a:t>12 dòng · 2 ô trống · 2 ô sai kiểu · doanh thu 9.700.000.</a:t>
            </a:r>
          </a:p>
        </p:txBody>
      </p:sp>
      <p:sp>
        <p:nvSpPr>
          <p:cNvPr id="8" name="">
            <a:extLst xmlns:a="http://schemas.openxmlformats.org/drawingml/2006/main">
              <a:ext uri="{FF2B5EF4-FFF2-40B4-BE49-F238E27FC236}">
                <a16:creationId xmlns:a16="http://schemas.microsoft.com/office/drawing/2014/main" id="{124A96FE-5C8B-454A-8D5E-258AFDA7773B}"/>
              </a:ext>
            </a:extLst>
          </p:cNvPr>
          <p:cNvSpPr>
            <a:spLocks xmlns:a="http://schemas.openxmlformats.org/drawingml/2006/main" noGrp="1"/>
          </p:cNvSpPr>
          <p:nvPr/>
        </p:nvSpPr>
        <p:spPr>
          <a:xfrm xmlns:a="http://schemas.openxmlformats.org/drawingml/2006/main">
            <a:off x="685800" y="2952750"/>
            <a:ext cx="5143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650" b="1">
                <a:solidFill>
                  <a:srgbClr val="315D4B"/>
                </a:solidFill>
                <a:latin typeface="Arial"/>
                <a:ea typeface="Arial"/>
                <a:cs typeface="Arial"/>
              </a:defRPr>
            </a:defPPr>
            <a:lvl1pPr>
              <a:defRPr sz="1650" b="1">
                <a:solidFill>
                  <a:srgbClr val="315D4B"/>
                </a:solidFill>
                <a:latin typeface="Arial"/>
                <a:ea typeface="Arial"/>
                <a:cs typeface="Arial"/>
              </a:defRPr>
            </a:lvl1pPr>
            <a:lvl2pPr>
              <a:defRPr sz="1650" b="1">
                <a:solidFill>
                  <a:srgbClr val="315D4B"/>
                </a:solidFill>
                <a:latin typeface="Arial"/>
                <a:ea typeface="Arial"/>
                <a:cs typeface="Arial"/>
              </a:defRPr>
            </a:lvl2pPr>
            <a:lvl3pPr>
              <a:defRPr sz="1650" b="1">
                <a:solidFill>
                  <a:srgbClr val="315D4B"/>
                </a:solidFill>
                <a:latin typeface="Arial"/>
                <a:ea typeface="Arial"/>
                <a:cs typeface="Arial"/>
              </a:defRPr>
            </a:lvl3pPr>
            <a:lvl4pPr>
              <a:defRPr sz="1650" b="1">
                <a:solidFill>
                  <a:srgbClr val="315D4B"/>
                </a:solidFill>
                <a:latin typeface="Arial"/>
                <a:ea typeface="Arial"/>
                <a:cs typeface="Arial"/>
              </a:defRPr>
            </a:lvl4pPr>
            <a:lvl5pPr>
              <a:defRPr sz="1650" b="1">
                <a:solidFill>
                  <a:srgbClr val="315D4B"/>
                </a:solidFill>
                <a:latin typeface="Arial"/>
                <a:ea typeface="Arial"/>
                <a:cs typeface="Arial"/>
              </a:defRPr>
            </a:lvl5pPr>
            <a:lvl6pPr>
              <a:defRPr sz="1650" b="1">
                <a:solidFill>
                  <a:srgbClr val="315D4B"/>
                </a:solidFill>
                <a:latin typeface="Arial"/>
                <a:ea typeface="Arial"/>
                <a:cs typeface="Arial"/>
              </a:defRPr>
            </a:lvl6pPr>
            <a:lvl7pPr>
              <a:defRPr sz="1650" b="1">
                <a:solidFill>
                  <a:srgbClr val="315D4B"/>
                </a:solidFill>
                <a:latin typeface="Arial"/>
                <a:ea typeface="Arial"/>
                <a:cs typeface="Arial"/>
              </a:defRPr>
            </a:lvl7pPr>
            <a:lvl8pPr>
              <a:defRPr sz="1650" b="1">
                <a:solidFill>
                  <a:srgbClr val="315D4B"/>
                </a:solidFill>
                <a:latin typeface="Arial"/>
                <a:ea typeface="Arial"/>
                <a:cs typeface="Arial"/>
              </a:defRPr>
            </a:lvl8pPr>
            <a:lvl9pPr>
              <a:defRPr sz="1650" b="1">
                <a:solidFill>
                  <a:srgbClr val="315D4B"/>
                </a:solidFill>
                <a:latin typeface="Arial"/>
                <a:ea typeface="Arial"/>
                <a:cs typeface="Arial"/>
              </a:defRPr>
            </a:lvl9pPr>
          </a:lstStyle>
          <a:p xmlns:a="http://schemas.openxmlformats.org/drawingml/2006/main">
            <a:pPr>
              <a:defRPr sz="1650" b="1">
                <a:solidFill>
                  <a:srgbClr val="315D4B"/>
                </a:solidFill>
                <a:latin typeface="Arial"/>
                <a:ea typeface="Arial"/>
                <a:cs typeface="Arial"/>
              </a:defRPr>
            </a:pPr>
            <a:r>
              <a:rPr sz="1650" b="1">
                <a:solidFill>
                  <a:srgbClr val="315D4B"/>
                </a:solidFill>
                <a:latin typeface="Arial"/>
                <a:ea typeface="Arial"/>
                <a:cs typeface="Arial"/>
              </a:rPr>
              <a:t>02</a:t>
            </a:r>
          </a:p>
        </p:txBody>
      </p:sp>
      <p:sp>
        <p:nvSpPr>
          <p:cNvPr id="9" name="">
            <a:extLst xmlns:a="http://schemas.openxmlformats.org/drawingml/2006/main">
              <a:ext uri="{FF2B5EF4-FFF2-40B4-BE49-F238E27FC236}">
                <a16:creationId xmlns:a16="http://schemas.microsoft.com/office/drawing/2014/main" id="{C9A276CE-B4DE-4DFA-B47A-624E41F444CE}"/>
              </a:ext>
            </a:extLst>
          </p:cNvPr>
          <p:cNvSpPr>
            <a:spLocks xmlns:a="http://schemas.openxmlformats.org/drawingml/2006/main" noGrp="1"/>
          </p:cNvSpPr>
          <p:nvPr/>
        </p:nvSpPr>
        <p:spPr>
          <a:xfrm xmlns:a="http://schemas.openxmlformats.org/drawingml/2006/main">
            <a:off x="1314450" y="2933700"/>
            <a:ext cx="97536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650" b="1">
                <a:solidFill>
                  <a:srgbClr val="24362D"/>
                </a:solidFill>
                <a:latin typeface="Arial"/>
                <a:ea typeface="Arial"/>
                <a:cs typeface="Arial"/>
              </a:defRPr>
            </a:defPPr>
            <a:lvl1pPr>
              <a:defRPr sz="1650" b="1">
                <a:solidFill>
                  <a:srgbClr val="24362D"/>
                </a:solidFill>
                <a:latin typeface="Arial"/>
                <a:ea typeface="Arial"/>
                <a:cs typeface="Arial"/>
              </a:defRPr>
            </a:lvl1pPr>
            <a:lvl2pPr>
              <a:defRPr sz="1650" b="1">
                <a:solidFill>
                  <a:srgbClr val="24362D"/>
                </a:solidFill>
                <a:latin typeface="Arial"/>
                <a:ea typeface="Arial"/>
                <a:cs typeface="Arial"/>
              </a:defRPr>
            </a:lvl2pPr>
            <a:lvl3pPr>
              <a:defRPr sz="1650" b="1">
                <a:solidFill>
                  <a:srgbClr val="24362D"/>
                </a:solidFill>
                <a:latin typeface="Arial"/>
                <a:ea typeface="Arial"/>
                <a:cs typeface="Arial"/>
              </a:defRPr>
            </a:lvl3pPr>
            <a:lvl4pPr>
              <a:defRPr sz="1650" b="1">
                <a:solidFill>
                  <a:srgbClr val="24362D"/>
                </a:solidFill>
                <a:latin typeface="Arial"/>
                <a:ea typeface="Arial"/>
                <a:cs typeface="Arial"/>
              </a:defRPr>
            </a:lvl4pPr>
            <a:lvl5pPr>
              <a:defRPr sz="1650" b="1">
                <a:solidFill>
                  <a:srgbClr val="24362D"/>
                </a:solidFill>
                <a:latin typeface="Arial"/>
                <a:ea typeface="Arial"/>
                <a:cs typeface="Arial"/>
              </a:defRPr>
            </a:lvl5pPr>
            <a:lvl6pPr>
              <a:defRPr sz="1650" b="1">
                <a:solidFill>
                  <a:srgbClr val="24362D"/>
                </a:solidFill>
                <a:latin typeface="Arial"/>
                <a:ea typeface="Arial"/>
                <a:cs typeface="Arial"/>
              </a:defRPr>
            </a:lvl6pPr>
            <a:lvl7pPr>
              <a:defRPr sz="1650" b="1">
                <a:solidFill>
                  <a:srgbClr val="24362D"/>
                </a:solidFill>
                <a:latin typeface="Arial"/>
                <a:ea typeface="Arial"/>
                <a:cs typeface="Arial"/>
              </a:defRPr>
            </a:lvl7pPr>
            <a:lvl8pPr>
              <a:defRPr sz="1650" b="1">
                <a:solidFill>
                  <a:srgbClr val="24362D"/>
                </a:solidFill>
                <a:latin typeface="Arial"/>
                <a:ea typeface="Arial"/>
                <a:cs typeface="Arial"/>
              </a:defRPr>
            </a:lvl8pPr>
            <a:lvl9pPr>
              <a:defRPr sz="1650" b="1">
                <a:solidFill>
                  <a:srgbClr val="24362D"/>
                </a:solidFill>
                <a:latin typeface="Arial"/>
                <a:ea typeface="Arial"/>
                <a:cs typeface="Arial"/>
              </a:defRPr>
            </a:lvl9pPr>
          </a:lstStyle>
          <a:p xmlns:a="http://schemas.openxmlformats.org/drawingml/2006/main">
            <a:pPr>
              <a:defRPr sz="1650" b="1">
                <a:solidFill>
                  <a:srgbClr val="24362D"/>
                </a:solidFill>
                <a:latin typeface="Arial"/>
                <a:ea typeface="Arial"/>
                <a:cs typeface="Arial"/>
              </a:defRPr>
            </a:pPr>
            <a:r>
              <a:rPr sz="1650" b="1">
                <a:solidFill>
                  <a:srgbClr val="24362D"/>
                </a:solidFill>
                <a:latin typeface="Arial"/>
                <a:ea typeface="Arial"/>
                <a:cs typeface="Arial"/>
              </a:rPr>
              <a:t>Luồng API và quyền đã được thử</a:t>
            </a:r>
          </a:p>
        </p:txBody>
      </p:sp>
      <p:sp>
        <p:nvSpPr>
          <p:cNvPr id="10" name="">
            <a:extLst xmlns:a="http://schemas.openxmlformats.org/drawingml/2006/main">
              <a:ext uri="{FF2B5EF4-FFF2-40B4-BE49-F238E27FC236}">
                <a16:creationId xmlns:a16="http://schemas.microsoft.com/office/drawing/2014/main" id="{0350200E-4BD5-44A6-A587-5F54CE172FF4}"/>
              </a:ext>
            </a:extLst>
          </p:cNvPr>
          <p:cNvSpPr>
            <a:spLocks xmlns:a="http://schemas.openxmlformats.org/drawingml/2006/main" noGrp="1"/>
          </p:cNvSpPr>
          <p:nvPr/>
        </p:nvSpPr>
        <p:spPr>
          <a:xfrm xmlns:a="http://schemas.openxmlformats.org/drawingml/2006/main">
            <a:off x="1314450" y="3267075"/>
            <a:ext cx="97536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65786C"/>
                </a:solidFill>
                <a:latin typeface="Arial"/>
                <a:ea typeface="Arial"/>
                <a:cs typeface="Arial"/>
              </a:defRPr>
            </a:defPPr>
            <a:lvl1pPr>
              <a:defRPr sz="1200" b="0">
                <a:solidFill>
                  <a:srgbClr val="65786C"/>
                </a:solidFill>
                <a:latin typeface="Arial"/>
                <a:ea typeface="Arial"/>
                <a:cs typeface="Arial"/>
              </a:defRPr>
            </a:lvl1pPr>
            <a:lvl2pPr>
              <a:defRPr sz="1200" b="0">
                <a:solidFill>
                  <a:srgbClr val="65786C"/>
                </a:solidFill>
                <a:latin typeface="Arial"/>
                <a:ea typeface="Arial"/>
                <a:cs typeface="Arial"/>
              </a:defRPr>
            </a:lvl2pPr>
            <a:lvl3pPr>
              <a:defRPr sz="1200" b="0">
                <a:solidFill>
                  <a:srgbClr val="65786C"/>
                </a:solidFill>
                <a:latin typeface="Arial"/>
                <a:ea typeface="Arial"/>
                <a:cs typeface="Arial"/>
              </a:defRPr>
            </a:lvl3pPr>
            <a:lvl4pPr>
              <a:defRPr sz="1200" b="0">
                <a:solidFill>
                  <a:srgbClr val="65786C"/>
                </a:solidFill>
                <a:latin typeface="Arial"/>
                <a:ea typeface="Arial"/>
                <a:cs typeface="Arial"/>
              </a:defRPr>
            </a:lvl4pPr>
            <a:lvl5pPr>
              <a:defRPr sz="1200" b="0">
                <a:solidFill>
                  <a:srgbClr val="65786C"/>
                </a:solidFill>
                <a:latin typeface="Arial"/>
                <a:ea typeface="Arial"/>
                <a:cs typeface="Arial"/>
              </a:defRPr>
            </a:lvl5pPr>
            <a:lvl6pPr>
              <a:defRPr sz="1200" b="0">
                <a:solidFill>
                  <a:srgbClr val="65786C"/>
                </a:solidFill>
                <a:latin typeface="Arial"/>
                <a:ea typeface="Arial"/>
                <a:cs typeface="Arial"/>
              </a:defRPr>
            </a:lvl6pPr>
            <a:lvl7pPr>
              <a:defRPr sz="1200" b="0">
                <a:solidFill>
                  <a:srgbClr val="65786C"/>
                </a:solidFill>
                <a:latin typeface="Arial"/>
                <a:ea typeface="Arial"/>
                <a:cs typeface="Arial"/>
              </a:defRPr>
            </a:lvl7pPr>
            <a:lvl8pPr>
              <a:defRPr sz="1200" b="0">
                <a:solidFill>
                  <a:srgbClr val="65786C"/>
                </a:solidFill>
                <a:latin typeface="Arial"/>
                <a:ea typeface="Arial"/>
                <a:cs typeface="Arial"/>
              </a:defRPr>
            </a:lvl8pPr>
            <a:lvl9pPr>
              <a:defRPr sz="1200" b="0">
                <a:solidFill>
                  <a:srgbClr val="65786C"/>
                </a:solidFill>
                <a:latin typeface="Arial"/>
                <a:ea typeface="Arial"/>
                <a:cs typeface="Arial"/>
              </a:defRPr>
            </a:lvl9pPr>
          </a:lstStyle>
          <a:p xmlns:a="http://schemas.openxmlformats.org/drawingml/2006/main">
            <a:pPr>
              <a:defRPr sz="1200" b="0">
                <a:solidFill>
                  <a:srgbClr val="65786C"/>
                </a:solidFill>
                <a:latin typeface="Arial"/>
                <a:ea typeface="Arial"/>
                <a:cs typeface="Arial"/>
              </a:defRPr>
            </a:pPr>
            <a:r>
              <a:rPr sz="1200" b="0">
                <a:solidFill>
                  <a:srgbClr val="65786C"/>
                </a:solidFill>
                <a:latin typeface="Arial"/>
                <a:ea typeface="Arial"/>
                <a:cs typeface="Arial"/>
              </a:rPr>
              <a:t>Kết nối, dataset, SQL, chart, dashboard, chia sẻ, viewer; file lỗi bị từ chối.</a:t>
            </a:r>
          </a:p>
        </p:txBody>
      </p:sp>
      <p:sp>
        <p:nvSpPr>
          <p:cNvPr id="11" name="">
            <a:extLst xmlns:a="http://schemas.openxmlformats.org/drawingml/2006/main">
              <a:ext uri="{FF2B5EF4-FFF2-40B4-BE49-F238E27FC236}">
                <a16:creationId xmlns:a16="http://schemas.microsoft.com/office/drawing/2014/main" id="{E030960F-4DEE-4F5F-BFBF-76C56EDA7C81}"/>
              </a:ext>
            </a:extLst>
          </p:cNvPr>
          <p:cNvSpPr>
            <a:spLocks xmlns:a="http://schemas.openxmlformats.org/drawingml/2006/main" noGrp="1"/>
          </p:cNvSpPr>
          <p:nvPr/>
        </p:nvSpPr>
        <p:spPr>
          <a:xfrm xmlns:a="http://schemas.openxmlformats.org/drawingml/2006/main">
            <a:off x="685800" y="4124325"/>
            <a:ext cx="5143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650" b="1">
                <a:solidFill>
                  <a:srgbClr val="315D4B"/>
                </a:solidFill>
                <a:latin typeface="Arial"/>
                <a:ea typeface="Arial"/>
                <a:cs typeface="Arial"/>
              </a:defRPr>
            </a:defPPr>
            <a:lvl1pPr>
              <a:defRPr sz="1650" b="1">
                <a:solidFill>
                  <a:srgbClr val="315D4B"/>
                </a:solidFill>
                <a:latin typeface="Arial"/>
                <a:ea typeface="Arial"/>
                <a:cs typeface="Arial"/>
              </a:defRPr>
            </a:lvl1pPr>
            <a:lvl2pPr>
              <a:defRPr sz="1650" b="1">
                <a:solidFill>
                  <a:srgbClr val="315D4B"/>
                </a:solidFill>
                <a:latin typeface="Arial"/>
                <a:ea typeface="Arial"/>
                <a:cs typeface="Arial"/>
              </a:defRPr>
            </a:lvl2pPr>
            <a:lvl3pPr>
              <a:defRPr sz="1650" b="1">
                <a:solidFill>
                  <a:srgbClr val="315D4B"/>
                </a:solidFill>
                <a:latin typeface="Arial"/>
                <a:ea typeface="Arial"/>
                <a:cs typeface="Arial"/>
              </a:defRPr>
            </a:lvl3pPr>
            <a:lvl4pPr>
              <a:defRPr sz="1650" b="1">
                <a:solidFill>
                  <a:srgbClr val="315D4B"/>
                </a:solidFill>
                <a:latin typeface="Arial"/>
                <a:ea typeface="Arial"/>
                <a:cs typeface="Arial"/>
              </a:defRPr>
            </a:lvl4pPr>
            <a:lvl5pPr>
              <a:defRPr sz="1650" b="1">
                <a:solidFill>
                  <a:srgbClr val="315D4B"/>
                </a:solidFill>
                <a:latin typeface="Arial"/>
                <a:ea typeface="Arial"/>
                <a:cs typeface="Arial"/>
              </a:defRPr>
            </a:lvl5pPr>
            <a:lvl6pPr>
              <a:defRPr sz="1650" b="1">
                <a:solidFill>
                  <a:srgbClr val="315D4B"/>
                </a:solidFill>
                <a:latin typeface="Arial"/>
                <a:ea typeface="Arial"/>
                <a:cs typeface="Arial"/>
              </a:defRPr>
            </a:lvl6pPr>
            <a:lvl7pPr>
              <a:defRPr sz="1650" b="1">
                <a:solidFill>
                  <a:srgbClr val="315D4B"/>
                </a:solidFill>
                <a:latin typeface="Arial"/>
                <a:ea typeface="Arial"/>
                <a:cs typeface="Arial"/>
              </a:defRPr>
            </a:lvl7pPr>
            <a:lvl8pPr>
              <a:defRPr sz="1650" b="1">
                <a:solidFill>
                  <a:srgbClr val="315D4B"/>
                </a:solidFill>
                <a:latin typeface="Arial"/>
                <a:ea typeface="Arial"/>
                <a:cs typeface="Arial"/>
              </a:defRPr>
            </a:lvl8pPr>
            <a:lvl9pPr>
              <a:defRPr sz="1650" b="1">
                <a:solidFill>
                  <a:srgbClr val="315D4B"/>
                </a:solidFill>
                <a:latin typeface="Arial"/>
                <a:ea typeface="Arial"/>
                <a:cs typeface="Arial"/>
              </a:defRPr>
            </a:lvl9pPr>
          </a:lstStyle>
          <a:p xmlns:a="http://schemas.openxmlformats.org/drawingml/2006/main">
            <a:pPr>
              <a:defRPr sz="1650" b="1">
                <a:solidFill>
                  <a:srgbClr val="315D4B"/>
                </a:solidFill>
                <a:latin typeface="Arial"/>
                <a:ea typeface="Arial"/>
                <a:cs typeface="Arial"/>
              </a:defRPr>
            </a:pPr>
            <a:r>
              <a:rPr sz="1650" b="1">
                <a:solidFill>
                  <a:srgbClr val="315D4B"/>
                </a:solidFill>
                <a:latin typeface="Arial"/>
                <a:ea typeface="Arial"/>
                <a:cs typeface="Arial"/>
              </a:rPr>
              <a:t>03</a:t>
            </a:r>
          </a:p>
        </p:txBody>
      </p:sp>
      <p:sp>
        <p:nvSpPr>
          <p:cNvPr id="12" name="">
            <a:extLst xmlns:a="http://schemas.openxmlformats.org/drawingml/2006/main">
              <a:ext uri="{FF2B5EF4-FFF2-40B4-BE49-F238E27FC236}">
                <a16:creationId xmlns:a16="http://schemas.microsoft.com/office/drawing/2014/main" id="{9FF3531D-DEC0-4FAE-8A74-617EA24B4626}"/>
              </a:ext>
            </a:extLst>
          </p:cNvPr>
          <p:cNvSpPr>
            <a:spLocks xmlns:a="http://schemas.openxmlformats.org/drawingml/2006/main" noGrp="1"/>
          </p:cNvSpPr>
          <p:nvPr/>
        </p:nvSpPr>
        <p:spPr>
          <a:xfrm xmlns:a="http://schemas.openxmlformats.org/drawingml/2006/main">
            <a:off x="1314450" y="4105275"/>
            <a:ext cx="97536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650" b="1">
                <a:solidFill>
                  <a:srgbClr val="24362D"/>
                </a:solidFill>
                <a:latin typeface="Arial"/>
                <a:ea typeface="Arial"/>
                <a:cs typeface="Arial"/>
              </a:defRPr>
            </a:defPPr>
            <a:lvl1pPr>
              <a:defRPr sz="1650" b="1">
                <a:solidFill>
                  <a:srgbClr val="24362D"/>
                </a:solidFill>
                <a:latin typeface="Arial"/>
                <a:ea typeface="Arial"/>
                <a:cs typeface="Arial"/>
              </a:defRPr>
            </a:lvl1pPr>
            <a:lvl2pPr>
              <a:defRPr sz="1650" b="1">
                <a:solidFill>
                  <a:srgbClr val="24362D"/>
                </a:solidFill>
                <a:latin typeface="Arial"/>
                <a:ea typeface="Arial"/>
                <a:cs typeface="Arial"/>
              </a:defRPr>
            </a:lvl2pPr>
            <a:lvl3pPr>
              <a:defRPr sz="1650" b="1">
                <a:solidFill>
                  <a:srgbClr val="24362D"/>
                </a:solidFill>
                <a:latin typeface="Arial"/>
                <a:ea typeface="Arial"/>
                <a:cs typeface="Arial"/>
              </a:defRPr>
            </a:lvl3pPr>
            <a:lvl4pPr>
              <a:defRPr sz="1650" b="1">
                <a:solidFill>
                  <a:srgbClr val="24362D"/>
                </a:solidFill>
                <a:latin typeface="Arial"/>
                <a:ea typeface="Arial"/>
                <a:cs typeface="Arial"/>
              </a:defRPr>
            </a:lvl4pPr>
            <a:lvl5pPr>
              <a:defRPr sz="1650" b="1">
                <a:solidFill>
                  <a:srgbClr val="24362D"/>
                </a:solidFill>
                <a:latin typeface="Arial"/>
                <a:ea typeface="Arial"/>
                <a:cs typeface="Arial"/>
              </a:defRPr>
            </a:lvl5pPr>
            <a:lvl6pPr>
              <a:defRPr sz="1650" b="1">
                <a:solidFill>
                  <a:srgbClr val="24362D"/>
                </a:solidFill>
                <a:latin typeface="Arial"/>
                <a:ea typeface="Arial"/>
                <a:cs typeface="Arial"/>
              </a:defRPr>
            </a:lvl6pPr>
            <a:lvl7pPr>
              <a:defRPr sz="1650" b="1">
                <a:solidFill>
                  <a:srgbClr val="24362D"/>
                </a:solidFill>
                <a:latin typeface="Arial"/>
                <a:ea typeface="Arial"/>
                <a:cs typeface="Arial"/>
              </a:defRPr>
            </a:lvl7pPr>
            <a:lvl8pPr>
              <a:defRPr sz="1650" b="1">
                <a:solidFill>
                  <a:srgbClr val="24362D"/>
                </a:solidFill>
                <a:latin typeface="Arial"/>
                <a:ea typeface="Arial"/>
                <a:cs typeface="Arial"/>
              </a:defRPr>
            </a:lvl8pPr>
            <a:lvl9pPr>
              <a:defRPr sz="1650" b="1">
                <a:solidFill>
                  <a:srgbClr val="24362D"/>
                </a:solidFill>
                <a:latin typeface="Arial"/>
                <a:ea typeface="Arial"/>
                <a:cs typeface="Arial"/>
              </a:defRPr>
            </a:lvl9pPr>
          </a:lstStyle>
          <a:p xmlns:a="http://schemas.openxmlformats.org/drawingml/2006/main">
            <a:pPr>
              <a:defRPr sz="1650" b="1">
                <a:solidFill>
                  <a:srgbClr val="24362D"/>
                </a:solidFill>
                <a:latin typeface="Arial"/>
                <a:ea typeface="Arial"/>
                <a:cs typeface="Arial"/>
              </a:defRPr>
            </a:pPr>
            <a:r>
              <a:rPr sz="1650" b="1">
                <a:solidFill>
                  <a:srgbClr val="24362D"/>
                </a:solidFill>
                <a:latin typeface="Arial"/>
                <a:ea typeface="Arial"/>
                <a:cs typeface="Arial"/>
              </a:rPr>
              <a:t>Thử tải lớn trên máy demo</a:t>
            </a:r>
          </a:p>
        </p:txBody>
      </p:sp>
      <p:sp>
        <p:nvSpPr>
          <p:cNvPr id="13" name="">
            <a:extLst xmlns:a="http://schemas.openxmlformats.org/drawingml/2006/main">
              <a:ext uri="{FF2B5EF4-FFF2-40B4-BE49-F238E27FC236}">
                <a16:creationId xmlns:a16="http://schemas.microsoft.com/office/drawing/2014/main" id="{DF1F9B8E-1010-463E-893E-672E6CE68956}"/>
              </a:ext>
            </a:extLst>
          </p:cNvPr>
          <p:cNvSpPr>
            <a:spLocks xmlns:a="http://schemas.openxmlformats.org/drawingml/2006/main" noGrp="1"/>
          </p:cNvSpPr>
          <p:nvPr/>
        </p:nvSpPr>
        <p:spPr>
          <a:xfrm xmlns:a="http://schemas.openxmlformats.org/drawingml/2006/main">
            <a:off x="1314450" y="4438650"/>
            <a:ext cx="97536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65786C"/>
                </a:solidFill>
                <a:latin typeface="Arial"/>
                <a:ea typeface="Arial"/>
                <a:cs typeface="Arial"/>
              </a:defRPr>
            </a:defPPr>
            <a:lvl1pPr>
              <a:defRPr sz="1200" b="0">
                <a:solidFill>
                  <a:srgbClr val="65786C"/>
                </a:solidFill>
                <a:latin typeface="Arial"/>
                <a:ea typeface="Arial"/>
                <a:cs typeface="Arial"/>
              </a:defRPr>
            </a:lvl1pPr>
            <a:lvl2pPr>
              <a:defRPr sz="1200" b="0">
                <a:solidFill>
                  <a:srgbClr val="65786C"/>
                </a:solidFill>
                <a:latin typeface="Arial"/>
                <a:ea typeface="Arial"/>
                <a:cs typeface="Arial"/>
              </a:defRPr>
            </a:lvl2pPr>
            <a:lvl3pPr>
              <a:defRPr sz="1200" b="0">
                <a:solidFill>
                  <a:srgbClr val="65786C"/>
                </a:solidFill>
                <a:latin typeface="Arial"/>
                <a:ea typeface="Arial"/>
                <a:cs typeface="Arial"/>
              </a:defRPr>
            </a:lvl3pPr>
            <a:lvl4pPr>
              <a:defRPr sz="1200" b="0">
                <a:solidFill>
                  <a:srgbClr val="65786C"/>
                </a:solidFill>
                <a:latin typeface="Arial"/>
                <a:ea typeface="Arial"/>
                <a:cs typeface="Arial"/>
              </a:defRPr>
            </a:lvl4pPr>
            <a:lvl5pPr>
              <a:defRPr sz="1200" b="0">
                <a:solidFill>
                  <a:srgbClr val="65786C"/>
                </a:solidFill>
                <a:latin typeface="Arial"/>
                <a:ea typeface="Arial"/>
                <a:cs typeface="Arial"/>
              </a:defRPr>
            </a:lvl5pPr>
            <a:lvl6pPr>
              <a:defRPr sz="1200" b="0">
                <a:solidFill>
                  <a:srgbClr val="65786C"/>
                </a:solidFill>
                <a:latin typeface="Arial"/>
                <a:ea typeface="Arial"/>
                <a:cs typeface="Arial"/>
              </a:defRPr>
            </a:lvl6pPr>
            <a:lvl7pPr>
              <a:defRPr sz="1200" b="0">
                <a:solidFill>
                  <a:srgbClr val="65786C"/>
                </a:solidFill>
                <a:latin typeface="Arial"/>
                <a:ea typeface="Arial"/>
                <a:cs typeface="Arial"/>
              </a:defRPr>
            </a:lvl7pPr>
            <a:lvl8pPr>
              <a:defRPr sz="1200" b="0">
                <a:solidFill>
                  <a:srgbClr val="65786C"/>
                </a:solidFill>
                <a:latin typeface="Arial"/>
                <a:ea typeface="Arial"/>
                <a:cs typeface="Arial"/>
              </a:defRPr>
            </a:lvl8pPr>
            <a:lvl9pPr>
              <a:defRPr sz="1200" b="0">
                <a:solidFill>
                  <a:srgbClr val="65786C"/>
                </a:solidFill>
                <a:latin typeface="Arial"/>
                <a:ea typeface="Arial"/>
                <a:cs typeface="Arial"/>
              </a:defRPr>
            </a:lvl9pPr>
          </a:lstStyle>
          <a:p xmlns:a="http://schemas.openxmlformats.org/drawingml/2006/main">
            <a:pPr>
              <a:defRPr sz="1200" b="0">
                <a:solidFill>
                  <a:srgbClr val="65786C"/>
                </a:solidFill>
                <a:latin typeface="Arial"/>
                <a:ea typeface="Arial"/>
                <a:cs typeface="Arial"/>
              </a:defRPr>
            </a:pPr>
            <a:r>
              <a:rPr sz="1200" b="0">
                <a:solidFill>
                  <a:srgbClr val="65786C"/>
                </a:solidFill>
                <a:latin typeface="Arial"/>
                <a:ea typeface="Arial"/>
                <a:cs typeface="Arial"/>
              </a:rPr>
              <a:t>1.000.000 dòng, 5 cột, 31,6 MB → hoàn tất trong 30,8 giây.</a:t>
            </a:r>
          </a:p>
        </p:txBody>
      </p:sp>
      <p:sp>
        <p:nvSpPr>
          <p:cNvPr id="14" name="">
            <a:extLst xmlns:a="http://schemas.openxmlformats.org/drawingml/2006/main">
              <a:ext uri="{FF2B5EF4-FFF2-40B4-BE49-F238E27FC236}">
                <a16:creationId xmlns:a16="http://schemas.microsoft.com/office/drawing/2014/main" id="{9CB9A718-5E53-44DF-8E0E-31B3331BD912}"/>
              </a:ext>
            </a:extLst>
          </p:cNvPr>
          <p:cNvSpPr>
            <a:spLocks xmlns:a="http://schemas.openxmlformats.org/drawingml/2006/main" noGrp="1"/>
          </p:cNvSpPr>
          <p:nvPr/>
        </p:nvSpPr>
        <p:spPr>
          <a:xfrm xmlns:a="http://schemas.openxmlformats.org/drawingml/2006/main">
            <a:off x="685800" y="5581650"/>
            <a:ext cx="10763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75" b="0">
                <a:solidFill>
                  <a:srgbClr val="65786C"/>
                </a:solidFill>
                <a:latin typeface="Arial"/>
                <a:ea typeface="Arial"/>
                <a:cs typeface="Arial"/>
              </a:defRPr>
            </a:defPPr>
            <a:lvl1pPr>
              <a:defRPr sz="1275" b="0">
                <a:solidFill>
                  <a:srgbClr val="65786C"/>
                </a:solidFill>
                <a:latin typeface="Arial"/>
                <a:ea typeface="Arial"/>
                <a:cs typeface="Arial"/>
              </a:defRPr>
            </a:lvl1pPr>
            <a:lvl2pPr>
              <a:defRPr sz="1275" b="0">
                <a:solidFill>
                  <a:srgbClr val="65786C"/>
                </a:solidFill>
                <a:latin typeface="Arial"/>
                <a:ea typeface="Arial"/>
                <a:cs typeface="Arial"/>
              </a:defRPr>
            </a:lvl2pPr>
            <a:lvl3pPr>
              <a:defRPr sz="1275" b="0">
                <a:solidFill>
                  <a:srgbClr val="65786C"/>
                </a:solidFill>
                <a:latin typeface="Arial"/>
                <a:ea typeface="Arial"/>
                <a:cs typeface="Arial"/>
              </a:defRPr>
            </a:lvl3pPr>
            <a:lvl4pPr>
              <a:defRPr sz="1275" b="0">
                <a:solidFill>
                  <a:srgbClr val="65786C"/>
                </a:solidFill>
                <a:latin typeface="Arial"/>
                <a:ea typeface="Arial"/>
                <a:cs typeface="Arial"/>
              </a:defRPr>
            </a:lvl4pPr>
            <a:lvl5pPr>
              <a:defRPr sz="1275" b="0">
                <a:solidFill>
                  <a:srgbClr val="65786C"/>
                </a:solidFill>
                <a:latin typeface="Arial"/>
                <a:ea typeface="Arial"/>
                <a:cs typeface="Arial"/>
              </a:defRPr>
            </a:lvl5pPr>
            <a:lvl6pPr>
              <a:defRPr sz="1275" b="0">
                <a:solidFill>
                  <a:srgbClr val="65786C"/>
                </a:solidFill>
                <a:latin typeface="Arial"/>
                <a:ea typeface="Arial"/>
                <a:cs typeface="Arial"/>
              </a:defRPr>
            </a:lvl6pPr>
            <a:lvl7pPr>
              <a:defRPr sz="1275" b="0">
                <a:solidFill>
                  <a:srgbClr val="65786C"/>
                </a:solidFill>
                <a:latin typeface="Arial"/>
                <a:ea typeface="Arial"/>
                <a:cs typeface="Arial"/>
              </a:defRPr>
            </a:lvl7pPr>
            <a:lvl8pPr>
              <a:defRPr sz="1275" b="0">
                <a:solidFill>
                  <a:srgbClr val="65786C"/>
                </a:solidFill>
                <a:latin typeface="Arial"/>
                <a:ea typeface="Arial"/>
                <a:cs typeface="Arial"/>
              </a:defRPr>
            </a:lvl8pPr>
            <a:lvl9pPr>
              <a:defRPr sz="1275" b="0">
                <a:solidFill>
                  <a:srgbClr val="65786C"/>
                </a:solidFill>
                <a:latin typeface="Arial"/>
                <a:ea typeface="Arial"/>
                <a:cs typeface="Arial"/>
              </a:defRPr>
            </a:lvl9pPr>
          </a:lstStyle>
          <a:p xmlns:a="http://schemas.openxmlformats.org/drawingml/2006/main">
            <a:pPr>
              <a:defRPr sz="1275" b="0">
                <a:solidFill>
                  <a:srgbClr val="65786C"/>
                </a:solidFill>
                <a:latin typeface="Arial"/>
                <a:ea typeface="Arial"/>
                <a:cs typeface="Arial"/>
              </a:defRPr>
            </a:pPr>
            <a:r>
              <a:rPr sz="1275" b="0">
                <a:solidFill>
                  <a:srgbClr val="65786C"/>
                </a:solidFill>
                <a:latin typeface="Arial"/>
                <a:ea typeface="Arial"/>
                <a:cs typeface="Arial"/>
              </a:rPr>
              <a:t>Số đo 1 triệu dòng là một lần thử trên máy này; chưa phải cam kết hiệu năng cho mọi file.</a:t>
            </a:r>
          </a:p>
        </p:txBody>
      </p:sp>
    </p:spTree>
    <p:extLst>
      <p:ext uri="{BB962C8B-B14F-4D97-AF65-F5344CB8AC3E}">
        <p14:creationId xmlns:p14="http://schemas.microsoft.com/office/powerpoint/2010/main" val="988877139"/>
      </p:ext>
    </p:extLst>
  </p:cSld>
</p:sld>
</file>

<file path=ppt/slides/slide6.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BB437939-CDAF-4CD3-AFFC-20042A2AA2AF}"/>
              </a:ext>
            </a:extLst>
          </p:cNvPr>
          <p:cNvSpPr>
            <a:spLocks xmlns:a="http://schemas.openxmlformats.org/drawingml/2006/main" noGrp="1"/>
          </p:cNvSpPr>
          <p:nvPr/>
        </p:nvSpPr>
        <p:spPr>
          <a:xfrm xmlns:a="http://schemas.openxmlformats.org/drawingml/2006/main">
            <a:off x="685800" y="381000"/>
            <a:ext cx="7620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975" b="1">
                <a:solidFill>
                  <a:srgbClr val="315D4B"/>
                </a:solidFill>
                <a:latin typeface="Arial"/>
                <a:ea typeface="Arial"/>
                <a:cs typeface="Arial"/>
              </a:defRPr>
            </a:defPPr>
            <a:lvl1pPr>
              <a:defRPr sz="975" b="1">
                <a:solidFill>
                  <a:srgbClr val="315D4B"/>
                </a:solidFill>
                <a:latin typeface="Arial"/>
                <a:ea typeface="Arial"/>
                <a:cs typeface="Arial"/>
              </a:defRPr>
            </a:lvl1pPr>
            <a:lvl2pPr>
              <a:defRPr sz="975" b="1">
                <a:solidFill>
                  <a:srgbClr val="315D4B"/>
                </a:solidFill>
                <a:latin typeface="Arial"/>
                <a:ea typeface="Arial"/>
                <a:cs typeface="Arial"/>
              </a:defRPr>
            </a:lvl2pPr>
            <a:lvl3pPr>
              <a:defRPr sz="975" b="1">
                <a:solidFill>
                  <a:srgbClr val="315D4B"/>
                </a:solidFill>
                <a:latin typeface="Arial"/>
                <a:ea typeface="Arial"/>
                <a:cs typeface="Arial"/>
              </a:defRPr>
            </a:lvl3pPr>
            <a:lvl4pPr>
              <a:defRPr sz="975" b="1">
                <a:solidFill>
                  <a:srgbClr val="315D4B"/>
                </a:solidFill>
                <a:latin typeface="Arial"/>
                <a:ea typeface="Arial"/>
                <a:cs typeface="Arial"/>
              </a:defRPr>
            </a:lvl4pPr>
            <a:lvl5pPr>
              <a:defRPr sz="975" b="1">
                <a:solidFill>
                  <a:srgbClr val="315D4B"/>
                </a:solidFill>
                <a:latin typeface="Arial"/>
                <a:ea typeface="Arial"/>
                <a:cs typeface="Arial"/>
              </a:defRPr>
            </a:lvl5pPr>
            <a:lvl6pPr>
              <a:defRPr sz="975" b="1">
                <a:solidFill>
                  <a:srgbClr val="315D4B"/>
                </a:solidFill>
                <a:latin typeface="Arial"/>
                <a:ea typeface="Arial"/>
                <a:cs typeface="Arial"/>
              </a:defRPr>
            </a:lvl6pPr>
            <a:lvl7pPr>
              <a:defRPr sz="975" b="1">
                <a:solidFill>
                  <a:srgbClr val="315D4B"/>
                </a:solidFill>
                <a:latin typeface="Arial"/>
                <a:ea typeface="Arial"/>
                <a:cs typeface="Arial"/>
              </a:defRPr>
            </a:lvl7pPr>
            <a:lvl8pPr>
              <a:defRPr sz="975" b="1">
                <a:solidFill>
                  <a:srgbClr val="315D4B"/>
                </a:solidFill>
                <a:latin typeface="Arial"/>
                <a:ea typeface="Arial"/>
                <a:cs typeface="Arial"/>
              </a:defRPr>
            </a:lvl8pPr>
            <a:lvl9pPr>
              <a:defRPr sz="975" b="1">
                <a:solidFill>
                  <a:srgbClr val="315D4B"/>
                </a:solidFill>
                <a:latin typeface="Arial"/>
                <a:ea typeface="Arial"/>
                <a:cs typeface="Arial"/>
              </a:defRPr>
            </a:lvl9pPr>
          </a:lstStyle>
          <a:p xmlns:a="http://schemas.openxmlformats.org/drawingml/2006/main">
            <a:pPr>
              <a:defRPr sz="975" b="1">
                <a:solidFill>
                  <a:srgbClr val="315D4B"/>
                </a:solidFill>
                <a:latin typeface="Arial"/>
                <a:ea typeface="Arial"/>
                <a:cs typeface="Arial"/>
              </a:defRPr>
            </a:pPr>
            <a:r>
              <a:rPr sz="975" b="1">
                <a:solidFill>
                  <a:srgbClr val="315D4B"/>
                </a:solidFill>
                <a:latin typeface="Arial"/>
                <a:ea typeface="Arial"/>
                <a:cs typeface="Arial"/>
              </a:rPr>
              <a:t>BÁO CÁO POC / BI DASHBOARD</a:t>
            </a:r>
          </a:p>
        </p:txBody>
      </p:sp>
      <p:sp>
        <p:nvSpPr>
          <p:cNvPr id="2" name="">
            <a:extLst xmlns:a="http://schemas.openxmlformats.org/drawingml/2006/main">
              <a:ext uri="{FF2B5EF4-FFF2-40B4-BE49-F238E27FC236}">
                <a16:creationId xmlns:a16="http://schemas.microsoft.com/office/drawing/2014/main" id="{D737738E-CC99-417E-9411-1E368DD93EDA}"/>
              </a:ext>
            </a:extLst>
          </p:cNvPr>
          <p:cNvSpPr>
            <a:spLocks xmlns:a="http://schemas.openxmlformats.org/drawingml/2006/main" noGrp="1"/>
          </p:cNvSpPr>
          <p:nvPr/>
        </p:nvSpPr>
        <p:spPr>
          <a:xfrm xmlns:a="http://schemas.openxmlformats.org/drawingml/2006/main">
            <a:off x="685800" y="838200"/>
            <a:ext cx="108204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000" b="1">
                <a:solidFill>
                  <a:srgbClr val="24362D"/>
                </a:solidFill>
                <a:latin typeface="Arial"/>
                <a:ea typeface="Arial"/>
                <a:cs typeface="Arial"/>
              </a:defRPr>
            </a:defPPr>
            <a:lvl1pPr>
              <a:defRPr sz="3000" b="1">
                <a:solidFill>
                  <a:srgbClr val="24362D"/>
                </a:solidFill>
                <a:latin typeface="Arial"/>
                <a:ea typeface="Arial"/>
                <a:cs typeface="Arial"/>
              </a:defRPr>
            </a:lvl1pPr>
            <a:lvl2pPr>
              <a:defRPr sz="3000" b="1">
                <a:solidFill>
                  <a:srgbClr val="24362D"/>
                </a:solidFill>
                <a:latin typeface="Arial"/>
                <a:ea typeface="Arial"/>
                <a:cs typeface="Arial"/>
              </a:defRPr>
            </a:lvl2pPr>
            <a:lvl3pPr>
              <a:defRPr sz="3000" b="1">
                <a:solidFill>
                  <a:srgbClr val="24362D"/>
                </a:solidFill>
                <a:latin typeface="Arial"/>
                <a:ea typeface="Arial"/>
                <a:cs typeface="Arial"/>
              </a:defRPr>
            </a:lvl3pPr>
            <a:lvl4pPr>
              <a:defRPr sz="3000" b="1">
                <a:solidFill>
                  <a:srgbClr val="24362D"/>
                </a:solidFill>
                <a:latin typeface="Arial"/>
                <a:ea typeface="Arial"/>
                <a:cs typeface="Arial"/>
              </a:defRPr>
            </a:lvl4pPr>
            <a:lvl5pPr>
              <a:defRPr sz="3000" b="1">
                <a:solidFill>
                  <a:srgbClr val="24362D"/>
                </a:solidFill>
                <a:latin typeface="Arial"/>
                <a:ea typeface="Arial"/>
                <a:cs typeface="Arial"/>
              </a:defRPr>
            </a:lvl5pPr>
            <a:lvl6pPr>
              <a:defRPr sz="3000" b="1">
                <a:solidFill>
                  <a:srgbClr val="24362D"/>
                </a:solidFill>
                <a:latin typeface="Arial"/>
                <a:ea typeface="Arial"/>
                <a:cs typeface="Arial"/>
              </a:defRPr>
            </a:lvl6pPr>
            <a:lvl7pPr>
              <a:defRPr sz="3000" b="1">
                <a:solidFill>
                  <a:srgbClr val="24362D"/>
                </a:solidFill>
                <a:latin typeface="Arial"/>
                <a:ea typeface="Arial"/>
                <a:cs typeface="Arial"/>
              </a:defRPr>
            </a:lvl7pPr>
            <a:lvl8pPr>
              <a:defRPr sz="3000" b="1">
                <a:solidFill>
                  <a:srgbClr val="24362D"/>
                </a:solidFill>
                <a:latin typeface="Arial"/>
                <a:ea typeface="Arial"/>
                <a:cs typeface="Arial"/>
              </a:defRPr>
            </a:lvl8pPr>
            <a:lvl9pPr>
              <a:defRPr sz="3000" b="1">
                <a:solidFill>
                  <a:srgbClr val="24362D"/>
                </a:solidFill>
                <a:latin typeface="Arial"/>
                <a:ea typeface="Arial"/>
                <a:cs typeface="Arial"/>
              </a:defRPr>
            </a:lvl9pPr>
          </a:lstStyle>
          <a:p xmlns:a="http://schemas.openxmlformats.org/drawingml/2006/main">
            <a:pPr>
              <a:defRPr sz="3000" b="1">
                <a:solidFill>
                  <a:srgbClr val="24362D"/>
                </a:solidFill>
                <a:latin typeface="Arial"/>
                <a:ea typeface="Arial"/>
                <a:cs typeface="Arial"/>
              </a:defRPr>
            </a:pPr>
            <a:r>
              <a:rPr sz="3000" b="1">
                <a:solidFill>
                  <a:srgbClr val="24362D"/>
                </a:solidFill>
                <a:latin typeface="Arial"/>
                <a:ea typeface="Arial"/>
                <a:cs typeface="Arial"/>
              </a:rPr>
              <a:t>Giới hạn và nội dung cần chốt</a:t>
            </a:r>
          </a:p>
        </p:txBody>
      </p:sp>
      <p:sp>
        <p:nvSpPr>
          <p:cNvPr id="3" name="">
            <a:extLst xmlns:a="http://schemas.openxmlformats.org/drawingml/2006/main">
              <a:ext uri="{FF2B5EF4-FFF2-40B4-BE49-F238E27FC236}">
                <a16:creationId xmlns:a16="http://schemas.microsoft.com/office/drawing/2014/main" id="{210BC1FE-678E-4820-A4E5-72A56D85C075}"/>
              </a:ext>
            </a:extLst>
          </p:cNvPr>
          <p:cNvSpPr>
            <a:spLocks xmlns:a="http://schemas.openxmlformats.org/drawingml/2006/main" noGrp="1"/>
          </p:cNvSpPr>
          <p:nvPr/>
        </p:nvSpPr>
        <p:spPr>
          <a:xfrm xmlns:a="http://schemas.openxmlformats.org/drawingml/2006/main">
            <a:off x="685800" y="6448425"/>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825" b="1">
                <a:solidFill>
                  <a:srgbClr val="65786C"/>
                </a:solidFill>
                <a:latin typeface="Arial"/>
                <a:ea typeface="Arial"/>
                <a:cs typeface="Arial"/>
              </a:defRPr>
            </a:defPPr>
            <a:lvl1pPr>
              <a:defRPr sz="825" b="1">
                <a:solidFill>
                  <a:srgbClr val="65786C"/>
                </a:solidFill>
                <a:latin typeface="Arial"/>
                <a:ea typeface="Arial"/>
                <a:cs typeface="Arial"/>
              </a:defRPr>
            </a:lvl1pPr>
            <a:lvl2pPr>
              <a:defRPr sz="825" b="1">
                <a:solidFill>
                  <a:srgbClr val="65786C"/>
                </a:solidFill>
                <a:latin typeface="Arial"/>
                <a:ea typeface="Arial"/>
                <a:cs typeface="Arial"/>
              </a:defRPr>
            </a:lvl2pPr>
            <a:lvl3pPr>
              <a:defRPr sz="825" b="1">
                <a:solidFill>
                  <a:srgbClr val="65786C"/>
                </a:solidFill>
                <a:latin typeface="Arial"/>
                <a:ea typeface="Arial"/>
                <a:cs typeface="Arial"/>
              </a:defRPr>
            </a:lvl3pPr>
            <a:lvl4pPr>
              <a:defRPr sz="825" b="1">
                <a:solidFill>
                  <a:srgbClr val="65786C"/>
                </a:solidFill>
                <a:latin typeface="Arial"/>
                <a:ea typeface="Arial"/>
                <a:cs typeface="Arial"/>
              </a:defRPr>
            </a:lvl4pPr>
            <a:lvl5pPr>
              <a:defRPr sz="825" b="1">
                <a:solidFill>
                  <a:srgbClr val="65786C"/>
                </a:solidFill>
                <a:latin typeface="Arial"/>
                <a:ea typeface="Arial"/>
                <a:cs typeface="Arial"/>
              </a:defRPr>
            </a:lvl5pPr>
            <a:lvl6pPr>
              <a:defRPr sz="825" b="1">
                <a:solidFill>
                  <a:srgbClr val="65786C"/>
                </a:solidFill>
                <a:latin typeface="Arial"/>
                <a:ea typeface="Arial"/>
                <a:cs typeface="Arial"/>
              </a:defRPr>
            </a:lvl6pPr>
            <a:lvl7pPr>
              <a:defRPr sz="825" b="1">
                <a:solidFill>
                  <a:srgbClr val="65786C"/>
                </a:solidFill>
                <a:latin typeface="Arial"/>
                <a:ea typeface="Arial"/>
                <a:cs typeface="Arial"/>
              </a:defRPr>
            </a:lvl7pPr>
            <a:lvl8pPr>
              <a:defRPr sz="825" b="1">
                <a:solidFill>
                  <a:srgbClr val="65786C"/>
                </a:solidFill>
                <a:latin typeface="Arial"/>
                <a:ea typeface="Arial"/>
                <a:cs typeface="Arial"/>
              </a:defRPr>
            </a:lvl8pPr>
            <a:lvl9pPr>
              <a:defRPr sz="825" b="1">
                <a:solidFill>
                  <a:srgbClr val="65786C"/>
                </a:solidFill>
                <a:latin typeface="Arial"/>
                <a:ea typeface="Arial"/>
                <a:cs typeface="Arial"/>
              </a:defRPr>
            </a:lvl9pPr>
          </a:lstStyle>
          <a:p xmlns:a="http://schemas.openxmlformats.org/drawingml/2006/main">
            <a:pPr>
              <a:defRPr sz="825" b="1">
                <a:solidFill>
                  <a:srgbClr val="65786C"/>
                </a:solidFill>
                <a:latin typeface="Arial"/>
                <a:ea typeface="Arial"/>
                <a:cs typeface="Arial"/>
              </a:defRPr>
            </a:pPr>
            <a:r>
              <a:rPr sz="825" b="1">
                <a:solidFill>
                  <a:srgbClr val="65786C"/>
                </a:solidFill>
                <a:latin typeface="Arial"/>
                <a:ea typeface="Arial"/>
                <a:cs typeface="Arial"/>
              </a:rPr>
              <a:t>PYTHERA AI LAB  ·  SPRING BOOT / POSTGRESQL</a:t>
            </a:r>
          </a:p>
        </p:txBody>
      </p:sp>
      <p:sp>
        <p:nvSpPr>
          <p:cNvPr id="4" name="">
            <a:extLst xmlns:a="http://schemas.openxmlformats.org/drawingml/2006/main">
              <a:ext uri="{FF2B5EF4-FFF2-40B4-BE49-F238E27FC236}">
                <a16:creationId xmlns:a16="http://schemas.microsoft.com/office/drawing/2014/main" id="{D5F19011-7FC5-4DB0-AAD3-1682BBFE579B}"/>
              </a:ext>
            </a:extLst>
          </p:cNvPr>
          <p:cNvSpPr>
            <a:spLocks xmlns:a="http://schemas.openxmlformats.org/drawingml/2006/main" noGrp="1"/>
          </p:cNvSpPr>
          <p:nvPr/>
        </p:nvSpPr>
        <p:spPr>
          <a:xfrm xmlns:a="http://schemas.openxmlformats.org/drawingml/2006/main">
            <a:off x="10477500" y="6448425"/>
            <a:ext cx="1028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lgn="r">
              <a:defRPr sz="825" b="1">
                <a:solidFill>
                  <a:srgbClr val="65786C"/>
                </a:solidFill>
                <a:latin typeface="Arial"/>
                <a:ea typeface="Arial"/>
                <a:cs typeface="Arial"/>
              </a:defRPr>
            </a:defPPr>
            <a:lvl1pPr algn="r">
              <a:defRPr sz="825" b="1">
                <a:solidFill>
                  <a:srgbClr val="65786C"/>
                </a:solidFill>
                <a:latin typeface="Arial"/>
                <a:ea typeface="Arial"/>
                <a:cs typeface="Arial"/>
              </a:defRPr>
            </a:lvl1pPr>
            <a:lvl2pPr algn="r">
              <a:defRPr sz="825" b="1">
                <a:solidFill>
                  <a:srgbClr val="65786C"/>
                </a:solidFill>
                <a:latin typeface="Arial"/>
                <a:ea typeface="Arial"/>
                <a:cs typeface="Arial"/>
              </a:defRPr>
            </a:lvl2pPr>
            <a:lvl3pPr algn="r">
              <a:defRPr sz="825" b="1">
                <a:solidFill>
                  <a:srgbClr val="65786C"/>
                </a:solidFill>
                <a:latin typeface="Arial"/>
                <a:ea typeface="Arial"/>
                <a:cs typeface="Arial"/>
              </a:defRPr>
            </a:lvl3pPr>
            <a:lvl4pPr algn="r">
              <a:defRPr sz="825" b="1">
                <a:solidFill>
                  <a:srgbClr val="65786C"/>
                </a:solidFill>
                <a:latin typeface="Arial"/>
                <a:ea typeface="Arial"/>
                <a:cs typeface="Arial"/>
              </a:defRPr>
            </a:lvl4pPr>
            <a:lvl5pPr algn="r">
              <a:defRPr sz="825" b="1">
                <a:solidFill>
                  <a:srgbClr val="65786C"/>
                </a:solidFill>
                <a:latin typeface="Arial"/>
                <a:ea typeface="Arial"/>
                <a:cs typeface="Arial"/>
              </a:defRPr>
            </a:lvl5pPr>
            <a:lvl6pPr algn="r">
              <a:defRPr sz="825" b="1">
                <a:solidFill>
                  <a:srgbClr val="65786C"/>
                </a:solidFill>
                <a:latin typeface="Arial"/>
                <a:ea typeface="Arial"/>
                <a:cs typeface="Arial"/>
              </a:defRPr>
            </a:lvl6pPr>
            <a:lvl7pPr algn="r">
              <a:defRPr sz="825" b="1">
                <a:solidFill>
                  <a:srgbClr val="65786C"/>
                </a:solidFill>
                <a:latin typeface="Arial"/>
                <a:ea typeface="Arial"/>
                <a:cs typeface="Arial"/>
              </a:defRPr>
            </a:lvl7pPr>
            <a:lvl8pPr algn="r">
              <a:defRPr sz="825" b="1">
                <a:solidFill>
                  <a:srgbClr val="65786C"/>
                </a:solidFill>
                <a:latin typeface="Arial"/>
                <a:ea typeface="Arial"/>
                <a:cs typeface="Arial"/>
              </a:defRPr>
            </a:lvl8pPr>
            <a:lvl9pPr algn="r">
              <a:defRPr sz="825" b="1">
                <a:solidFill>
                  <a:srgbClr val="65786C"/>
                </a:solidFill>
                <a:latin typeface="Arial"/>
                <a:ea typeface="Arial"/>
                <a:cs typeface="Arial"/>
              </a:defRPr>
            </a:lvl9pPr>
          </a:lstStyle>
          <a:p xmlns:a="http://schemas.openxmlformats.org/drawingml/2006/main">
            <a:pPr algn="r">
              <a:defRPr sz="825" b="1">
                <a:solidFill>
                  <a:srgbClr val="65786C"/>
                </a:solidFill>
                <a:latin typeface="Arial"/>
                <a:ea typeface="Arial"/>
                <a:cs typeface="Arial"/>
              </a:defRPr>
            </a:pPr>
            <a:r>
              <a:rPr sz="825" b="1">
                <a:solidFill>
                  <a:srgbClr val="65786C"/>
                </a:solidFill>
                <a:latin typeface="Arial"/>
                <a:ea typeface="Arial"/>
                <a:cs typeface="Arial"/>
              </a:rPr>
              <a:t>06 / 06</a:t>
            </a:r>
          </a:p>
        </p:txBody>
      </p:sp>
      <p:sp>
        <p:nvSpPr>
          <p:cNvPr id="5" name="">
            <a:extLst xmlns:a="http://schemas.openxmlformats.org/drawingml/2006/main">
              <a:ext uri="{FF2B5EF4-FFF2-40B4-BE49-F238E27FC236}">
                <a16:creationId xmlns:a16="http://schemas.microsoft.com/office/drawing/2014/main" id="{ED43D232-C308-4FD3-AF70-9C705E24D10F}"/>
              </a:ext>
            </a:extLst>
          </p:cNvPr>
          <p:cNvSpPr>
            <a:spLocks xmlns:a="http://schemas.openxmlformats.org/drawingml/2006/main" noGrp="1"/>
          </p:cNvSpPr>
          <p:nvPr/>
        </p:nvSpPr>
        <p:spPr>
          <a:xfrm xmlns:a="http://schemas.openxmlformats.org/drawingml/2006/main">
            <a:off x="685800" y="1752600"/>
            <a:ext cx="4762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1">
                <a:solidFill>
                  <a:srgbClr val="315D4B"/>
                </a:solidFill>
                <a:latin typeface="Arial"/>
                <a:ea typeface="Arial"/>
                <a:cs typeface="Arial"/>
              </a:defRPr>
            </a:defPPr>
            <a:lvl1pPr>
              <a:defRPr sz="1425" b="1">
                <a:solidFill>
                  <a:srgbClr val="315D4B"/>
                </a:solidFill>
                <a:latin typeface="Arial"/>
                <a:ea typeface="Arial"/>
                <a:cs typeface="Arial"/>
              </a:defRPr>
            </a:lvl1pPr>
            <a:lvl2pPr>
              <a:defRPr sz="1425" b="1">
                <a:solidFill>
                  <a:srgbClr val="315D4B"/>
                </a:solidFill>
                <a:latin typeface="Arial"/>
                <a:ea typeface="Arial"/>
                <a:cs typeface="Arial"/>
              </a:defRPr>
            </a:lvl2pPr>
            <a:lvl3pPr>
              <a:defRPr sz="1425" b="1">
                <a:solidFill>
                  <a:srgbClr val="315D4B"/>
                </a:solidFill>
                <a:latin typeface="Arial"/>
                <a:ea typeface="Arial"/>
                <a:cs typeface="Arial"/>
              </a:defRPr>
            </a:lvl3pPr>
            <a:lvl4pPr>
              <a:defRPr sz="1425" b="1">
                <a:solidFill>
                  <a:srgbClr val="315D4B"/>
                </a:solidFill>
                <a:latin typeface="Arial"/>
                <a:ea typeface="Arial"/>
                <a:cs typeface="Arial"/>
              </a:defRPr>
            </a:lvl4pPr>
            <a:lvl5pPr>
              <a:defRPr sz="1425" b="1">
                <a:solidFill>
                  <a:srgbClr val="315D4B"/>
                </a:solidFill>
                <a:latin typeface="Arial"/>
                <a:ea typeface="Arial"/>
                <a:cs typeface="Arial"/>
              </a:defRPr>
            </a:lvl5pPr>
            <a:lvl6pPr>
              <a:defRPr sz="1425" b="1">
                <a:solidFill>
                  <a:srgbClr val="315D4B"/>
                </a:solidFill>
                <a:latin typeface="Arial"/>
                <a:ea typeface="Arial"/>
                <a:cs typeface="Arial"/>
              </a:defRPr>
            </a:lvl6pPr>
            <a:lvl7pPr>
              <a:defRPr sz="1425" b="1">
                <a:solidFill>
                  <a:srgbClr val="315D4B"/>
                </a:solidFill>
                <a:latin typeface="Arial"/>
                <a:ea typeface="Arial"/>
                <a:cs typeface="Arial"/>
              </a:defRPr>
            </a:lvl7pPr>
            <a:lvl8pPr>
              <a:defRPr sz="1425" b="1">
                <a:solidFill>
                  <a:srgbClr val="315D4B"/>
                </a:solidFill>
                <a:latin typeface="Arial"/>
                <a:ea typeface="Arial"/>
                <a:cs typeface="Arial"/>
              </a:defRPr>
            </a:lvl8pPr>
            <a:lvl9pPr>
              <a:defRPr sz="1425" b="1">
                <a:solidFill>
                  <a:srgbClr val="315D4B"/>
                </a:solidFill>
                <a:latin typeface="Arial"/>
                <a:ea typeface="Arial"/>
                <a:cs typeface="Arial"/>
              </a:defRPr>
            </a:lvl9pPr>
          </a:lstStyle>
          <a:p xmlns:a="http://schemas.openxmlformats.org/drawingml/2006/main">
            <a:pPr>
              <a:defRPr sz="1425" b="1">
                <a:solidFill>
                  <a:srgbClr val="315D4B"/>
                </a:solidFill>
                <a:latin typeface="Arial"/>
                <a:ea typeface="Arial"/>
                <a:cs typeface="Arial"/>
              </a:defRPr>
            </a:pPr>
            <a:r>
              <a:rPr sz="1425" b="1">
                <a:solidFill>
                  <a:srgbClr val="315D4B"/>
                </a:solidFill>
                <a:latin typeface="Arial"/>
                <a:ea typeface="Arial"/>
                <a:cs typeface="Arial"/>
              </a:rPr>
              <a:t>ĐÃ CHỨNG MINH</a:t>
            </a:r>
          </a:p>
        </p:txBody>
      </p:sp>
      <p:sp>
        <p:nvSpPr>
          <p:cNvPr id="6" name="">
            <a:extLst xmlns:a="http://schemas.openxmlformats.org/drawingml/2006/main">
              <a:ext uri="{FF2B5EF4-FFF2-40B4-BE49-F238E27FC236}">
                <a16:creationId xmlns:a16="http://schemas.microsoft.com/office/drawing/2014/main" id="{E5114C81-5086-4388-811A-1CF8E7B50B65}"/>
              </a:ext>
            </a:extLst>
          </p:cNvPr>
          <p:cNvSpPr>
            <a:spLocks xmlns:a="http://schemas.openxmlformats.org/drawingml/2006/main" noGrp="1"/>
          </p:cNvSpPr>
          <p:nvPr/>
        </p:nvSpPr>
        <p:spPr>
          <a:xfrm xmlns:a="http://schemas.openxmlformats.org/drawingml/2006/main">
            <a:off x="685800" y="2286000"/>
            <a:ext cx="4953000" cy="2305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650" b="0">
                <a:solidFill>
                  <a:srgbClr val="24362D"/>
                </a:solidFill>
                <a:latin typeface="Arial"/>
                <a:ea typeface="Arial"/>
                <a:cs typeface="Arial"/>
              </a:defRPr>
            </a:defPPr>
            <a:lvl1pPr>
              <a:defRPr sz="1650" b="0">
                <a:solidFill>
                  <a:srgbClr val="24362D"/>
                </a:solidFill>
                <a:latin typeface="Arial"/>
                <a:ea typeface="Arial"/>
                <a:cs typeface="Arial"/>
              </a:defRPr>
            </a:lvl1pPr>
            <a:lvl2pPr>
              <a:defRPr sz="1650" b="0">
                <a:solidFill>
                  <a:srgbClr val="24362D"/>
                </a:solidFill>
                <a:latin typeface="Arial"/>
                <a:ea typeface="Arial"/>
                <a:cs typeface="Arial"/>
              </a:defRPr>
            </a:lvl2pPr>
            <a:lvl3pPr>
              <a:defRPr sz="1650" b="0">
                <a:solidFill>
                  <a:srgbClr val="24362D"/>
                </a:solidFill>
                <a:latin typeface="Arial"/>
                <a:ea typeface="Arial"/>
                <a:cs typeface="Arial"/>
              </a:defRPr>
            </a:lvl3pPr>
            <a:lvl4pPr>
              <a:defRPr sz="1650" b="0">
                <a:solidFill>
                  <a:srgbClr val="24362D"/>
                </a:solidFill>
                <a:latin typeface="Arial"/>
                <a:ea typeface="Arial"/>
                <a:cs typeface="Arial"/>
              </a:defRPr>
            </a:lvl4pPr>
            <a:lvl5pPr>
              <a:defRPr sz="1650" b="0">
                <a:solidFill>
                  <a:srgbClr val="24362D"/>
                </a:solidFill>
                <a:latin typeface="Arial"/>
                <a:ea typeface="Arial"/>
                <a:cs typeface="Arial"/>
              </a:defRPr>
            </a:lvl5pPr>
            <a:lvl6pPr>
              <a:defRPr sz="1650" b="0">
                <a:solidFill>
                  <a:srgbClr val="24362D"/>
                </a:solidFill>
                <a:latin typeface="Arial"/>
                <a:ea typeface="Arial"/>
                <a:cs typeface="Arial"/>
              </a:defRPr>
            </a:lvl6pPr>
            <a:lvl7pPr>
              <a:defRPr sz="1650" b="0">
                <a:solidFill>
                  <a:srgbClr val="24362D"/>
                </a:solidFill>
                <a:latin typeface="Arial"/>
                <a:ea typeface="Arial"/>
                <a:cs typeface="Arial"/>
              </a:defRPr>
            </a:lvl7pPr>
            <a:lvl8pPr>
              <a:defRPr sz="1650" b="0">
                <a:solidFill>
                  <a:srgbClr val="24362D"/>
                </a:solidFill>
                <a:latin typeface="Arial"/>
                <a:ea typeface="Arial"/>
                <a:cs typeface="Arial"/>
              </a:defRPr>
            </a:lvl8pPr>
            <a:lvl9pPr>
              <a:defRPr sz="1650" b="0">
                <a:solidFill>
                  <a:srgbClr val="24362D"/>
                </a:solidFill>
                <a:latin typeface="Arial"/>
                <a:ea typeface="Arial"/>
                <a:cs typeface="Arial"/>
              </a:defRPr>
            </a:lvl9pPr>
          </a:lstStyle>
          <a:p xmlns:a="http://schemas.openxmlformats.org/drawingml/2006/main">
            <a:pPr>
              <a:defRPr sz="1650" b="0">
                <a:solidFill>
                  <a:srgbClr val="24362D"/>
                </a:solidFill>
                <a:latin typeface="Arial"/>
                <a:ea typeface="Arial"/>
                <a:cs typeface="Arial"/>
              </a:defRPr>
            </a:pPr>
            <a:r>
              <a:rPr sz="1650" b="0">
                <a:solidFill>
                  <a:srgbClr val="24362D"/>
                </a:solidFill>
                <a:latin typeface="Arial"/>
                <a:ea typeface="Arial"/>
                <a:cs typeface="Arial"/>
              </a:rPr>
              <a:t>• Luồng PostgreSQL đến dashboard</a:t>
            </a:r>
          </a:p>
          <a:p xmlns:a="http://schemas.openxmlformats.org/drawingml/2006/main">
            <a:pPr>
              <a:defRPr sz="1650" b="0">
                <a:solidFill>
                  <a:srgbClr val="24362D"/>
                </a:solidFill>
                <a:latin typeface="Arial"/>
                <a:ea typeface="Arial"/>
                <a:cs typeface="Arial"/>
              </a:defRPr>
            </a:pPr>
            <a:r>
              <a:rPr sz="1650" b="0">
                <a:solidFill>
                  <a:srgbClr val="24362D"/>
                </a:solidFill>
                <a:latin typeface="Arial"/>
                <a:ea typeface="Arial"/>
                <a:cs typeface="Arial"/>
              </a:rPr>
              <a:t>• Tải CSV và thống kê có đối chiếu</a:t>
            </a:r>
          </a:p>
          <a:p xmlns:a="http://schemas.openxmlformats.org/drawingml/2006/main">
            <a:pPr>
              <a:defRPr sz="1650" b="0">
                <a:solidFill>
                  <a:srgbClr val="24362D"/>
                </a:solidFill>
                <a:latin typeface="Arial"/>
                <a:ea typeface="Arial"/>
                <a:cs typeface="Arial"/>
              </a:defRPr>
            </a:pPr>
            <a:r>
              <a:rPr sz="1650" b="0">
                <a:solidFill>
                  <a:srgbClr val="24362D"/>
                </a:solidFill>
                <a:latin typeface="Arial"/>
                <a:ea typeface="Arial"/>
                <a:cs typeface="Arial"/>
              </a:rPr>
              <a:t>• Vai trò cơ bản và audit log</a:t>
            </a:r>
          </a:p>
        </p:txBody>
      </p:sp>
      <p:sp>
        <p:nvSpPr>
          <p:cNvPr id="7" name="">
            <a:extLst xmlns:a="http://schemas.openxmlformats.org/drawingml/2006/main">
              <a:ext uri="{FF2B5EF4-FFF2-40B4-BE49-F238E27FC236}">
                <a16:creationId xmlns:a16="http://schemas.microsoft.com/office/drawing/2014/main" id="{B2F195CA-3137-47CC-9F02-09E0311C1592}"/>
              </a:ext>
            </a:extLst>
          </p:cNvPr>
          <p:cNvSpPr>
            <a:spLocks xmlns:a="http://schemas.openxmlformats.org/drawingml/2006/main" noGrp="1"/>
          </p:cNvSpPr>
          <p:nvPr/>
        </p:nvSpPr>
        <p:spPr>
          <a:xfrm xmlns:a="http://schemas.openxmlformats.org/drawingml/2006/main">
            <a:off x="6296025" y="1752600"/>
            <a:ext cx="50958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1">
                <a:solidFill>
                  <a:srgbClr val="315D4B"/>
                </a:solidFill>
                <a:latin typeface="Arial"/>
                <a:ea typeface="Arial"/>
                <a:cs typeface="Arial"/>
              </a:defRPr>
            </a:defPPr>
            <a:lvl1pPr>
              <a:defRPr sz="1425" b="1">
                <a:solidFill>
                  <a:srgbClr val="315D4B"/>
                </a:solidFill>
                <a:latin typeface="Arial"/>
                <a:ea typeface="Arial"/>
                <a:cs typeface="Arial"/>
              </a:defRPr>
            </a:lvl1pPr>
            <a:lvl2pPr>
              <a:defRPr sz="1425" b="1">
                <a:solidFill>
                  <a:srgbClr val="315D4B"/>
                </a:solidFill>
                <a:latin typeface="Arial"/>
                <a:ea typeface="Arial"/>
                <a:cs typeface="Arial"/>
              </a:defRPr>
            </a:lvl2pPr>
            <a:lvl3pPr>
              <a:defRPr sz="1425" b="1">
                <a:solidFill>
                  <a:srgbClr val="315D4B"/>
                </a:solidFill>
                <a:latin typeface="Arial"/>
                <a:ea typeface="Arial"/>
                <a:cs typeface="Arial"/>
              </a:defRPr>
            </a:lvl3pPr>
            <a:lvl4pPr>
              <a:defRPr sz="1425" b="1">
                <a:solidFill>
                  <a:srgbClr val="315D4B"/>
                </a:solidFill>
                <a:latin typeface="Arial"/>
                <a:ea typeface="Arial"/>
                <a:cs typeface="Arial"/>
              </a:defRPr>
            </a:lvl4pPr>
            <a:lvl5pPr>
              <a:defRPr sz="1425" b="1">
                <a:solidFill>
                  <a:srgbClr val="315D4B"/>
                </a:solidFill>
                <a:latin typeface="Arial"/>
                <a:ea typeface="Arial"/>
                <a:cs typeface="Arial"/>
              </a:defRPr>
            </a:lvl5pPr>
            <a:lvl6pPr>
              <a:defRPr sz="1425" b="1">
                <a:solidFill>
                  <a:srgbClr val="315D4B"/>
                </a:solidFill>
                <a:latin typeface="Arial"/>
                <a:ea typeface="Arial"/>
                <a:cs typeface="Arial"/>
              </a:defRPr>
            </a:lvl6pPr>
            <a:lvl7pPr>
              <a:defRPr sz="1425" b="1">
                <a:solidFill>
                  <a:srgbClr val="315D4B"/>
                </a:solidFill>
                <a:latin typeface="Arial"/>
                <a:ea typeface="Arial"/>
                <a:cs typeface="Arial"/>
              </a:defRPr>
            </a:lvl7pPr>
            <a:lvl8pPr>
              <a:defRPr sz="1425" b="1">
                <a:solidFill>
                  <a:srgbClr val="315D4B"/>
                </a:solidFill>
                <a:latin typeface="Arial"/>
                <a:ea typeface="Arial"/>
                <a:cs typeface="Arial"/>
              </a:defRPr>
            </a:lvl8pPr>
            <a:lvl9pPr>
              <a:defRPr sz="1425" b="1">
                <a:solidFill>
                  <a:srgbClr val="315D4B"/>
                </a:solidFill>
                <a:latin typeface="Arial"/>
                <a:ea typeface="Arial"/>
                <a:cs typeface="Arial"/>
              </a:defRPr>
            </a:lvl9pPr>
          </a:lstStyle>
          <a:p xmlns:a="http://schemas.openxmlformats.org/drawingml/2006/main">
            <a:pPr>
              <a:defRPr sz="1425" b="1">
                <a:solidFill>
                  <a:srgbClr val="315D4B"/>
                </a:solidFill>
                <a:latin typeface="Arial"/>
                <a:ea typeface="Arial"/>
                <a:cs typeface="Arial"/>
              </a:defRPr>
            </a:pPr>
            <a:r>
              <a:rPr sz="1425" b="1">
                <a:solidFill>
                  <a:srgbClr val="315D4B"/>
                </a:solidFill>
                <a:latin typeface="Arial"/>
                <a:ea typeface="Arial"/>
                <a:cs typeface="Arial"/>
              </a:rPr>
              <a:t>CHƯA CÓ TRONG POC</a:t>
            </a:r>
          </a:p>
        </p:txBody>
      </p:sp>
      <p:sp>
        <p:nvSpPr>
          <p:cNvPr id="8" name="">
            <a:extLst xmlns:a="http://schemas.openxmlformats.org/drawingml/2006/main">
              <a:ext uri="{FF2B5EF4-FFF2-40B4-BE49-F238E27FC236}">
                <a16:creationId xmlns:a16="http://schemas.microsoft.com/office/drawing/2014/main" id="{E2051C18-8E0C-4325-BD1D-E0ECB947CBBA}"/>
              </a:ext>
            </a:extLst>
          </p:cNvPr>
          <p:cNvSpPr>
            <a:spLocks xmlns:a="http://schemas.openxmlformats.org/drawingml/2006/main" noGrp="1"/>
          </p:cNvSpPr>
          <p:nvPr/>
        </p:nvSpPr>
        <p:spPr>
          <a:xfrm xmlns:a="http://schemas.openxmlformats.org/drawingml/2006/main">
            <a:off x="6296025" y="2286000"/>
            <a:ext cx="5095875" cy="2647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650" b="0">
                <a:solidFill>
                  <a:srgbClr val="24362D"/>
                </a:solidFill>
                <a:latin typeface="Arial"/>
                <a:ea typeface="Arial"/>
                <a:cs typeface="Arial"/>
              </a:defRPr>
            </a:defPPr>
            <a:lvl1pPr>
              <a:defRPr sz="1650" b="0">
                <a:solidFill>
                  <a:srgbClr val="24362D"/>
                </a:solidFill>
                <a:latin typeface="Arial"/>
                <a:ea typeface="Arial"/>
                <a:cs typeface="Arial"/>
              </a:defRPr>
            </a:lvl1pPr>
            <a:lvl2pPr>
              <a:defRPr sz="1650" b="0">
                <a:solidFill>
                  <a:srgbClr val="24362D"/>
                </a:solidFill>
                <a:latin typeface="Arial"/>
                <a:ea typeface="Arial"/>
                <a:cs typeface="Arial"/>
              </a:defRPr>
            </a:lvl2pPr>
            <a:lvl3pPr>
              <a:defRPr sz="1650" b="0">
                <a:solidFill>
                  <a:srgbClr val="24362D"/>
                </a:solidFill>
                <a:latin typeface="Arial"/>
                <a:ea typeface="Arial"/>
                <a:cs typeface="Arial"/>
              </a:defRPr>
            </a:lvl3pPr>
            <a:lvl4pPr>
              <a:defRPr sz="1650" b="0">
                <a:solidFill>
                  <a:srgbClr val="24362D"/>
                </a:solidFill>
                <a:latin typeface="Arial"/>
                <a:ea typeface="Arial"/>
                <a:cs typeface="Arial"/>
              </a:defRPr>
            </a:lvl4pPr>
            <a:lvl5pPr>
              <a:defRPr sz="1650" b="0">
                <a:solidFill>
                  <a:srgbClr val="24362D"/>
                </a:solidFill>
                <a:latin typeface="Arial"/>
                <a:ea typeface="Arial"/>
                <a:cs typeface="Arial"/>
              </a:defRPr>
            </a:lvl5pPr>
            <a:lvl6pPr>
              <a:defRPr sz="1650" b="0">
                <a:solidFill>
                  <a:srgbClr val="24362D"/>
                </a:solidFill>
                <a:latin typeface="Arial"/>
                <a:ea typeface="Arial"/>
                <a:cs typeface="Arial"/>
              </a:defRPr>
            </a:lvl6pPr>
            <a:lvl7pPr>
              <a:defRPr sz="1650" b="0">
                <a:solidFill>
                  <a:srgbClr val="24362D"/>
                </a:solidFill>
                <a:latin typeface="Arial"/>
                <a:ea typeface="Arial"/>
                <a:cs typeface="Arial"/>
              </a:defRPr>
            </a:lvl7pPr>
            <a:lvl8pPr>
              <a:defRPr sz="1650" b="0">
                <a:solidFill>
                  <a:srgbClr val="24362D"/>
                </a:solidFill>
                <a:latin typeface="Arial"/>
                <a:ea typeface="Arial"/>
                <a:cs typeface="Arial"/>
              </a:defRPr>
            </a:lvl8pPr>
            <a:lvl9pPr>
              <a:defRPr sz="1650" b="0">
                <a:solidFill>
                  <a:srgbClr val="24362D"/>
                </a:solidFill>
                <a:latin typeface="Arial"/>
                <a:ea typeface="Arial"/>
                <a:cs typeface="Arial"/>
              </a:defRPr>
            </a:lvl9pPr>
          </a:lstStyle>
          <a:p xmlns:a="http://schemas.openxmlformats.org/drawingml/2006/main">
            <a:pPr>
              <a:defRPr sz="1650" b="0">
                <a:solidFill>
                  <a:srgbClr val="24362D"/>
                </a:solidFill>
                <a:latin typeface="Arial"/>
                <a:ea typeface="Arial"/>
                <a:cs typeface="Arial"/>
              </a:defRPr>
            </a:pPr>
            <a:r>
              <a:rPr sz="1650" b="0">
                <a:solidFill>
                  <a:srgbClr val="24362D"/>
                </a:solidFill>
                <a:latin typeface="Arial"/>
                <a:ea typeface="Arial"/>
                <a:cs typeface="Arial"/>
              </a:rPr>
              <a:t>• MySQL / SQLite</a:t>
            </a:r>
          </a:p>
          <a:p xmlns:a="http://schemas.openxmlformats.org/drawingml/2006/main">
            <a:pPr>
              <a:defRPr sz="1650" b="0">
                <a:solidFill>
                  <a:srgbClr val="24362D"/>
                </a:solidFill>
                <a:latin typeface="Arial"/>
                <a:ea typeface="Arial"/>
                <a:cs typeface="Arial"/>
              </a:defRPr>
            </a:pPr>
            <a:r>
              <a:rPr sz="1650" b="0">
                <a:solidFill>
                  <a:srgbClr val="24362D"/>
                </a:solidFill>
                <a:latin typeface="Arial"/>
                <a:ea typeface="Arial"/>
                <a:cs typeface="Arial"/>
              </a:rPr>
              <a:t>• Quyền riêng từng đối tượng</a:t>
            </a:r>
          </a:p>
          <a:p xmlns:a="http://schemas.openxmlformats.org/drawingml/2006/main">
            <a:pPr>
              <a:defRPr sz="1650" b="0">
                <a:solidFill>
                  <a:srgbClr val="24362D"/>
                </a:solidFill>
                <a:latin typeface="Arial"/>
                <a:ea typeface="Arial"/>
                <a:cs typeface="Arial"/>
              </a:defRPr>
            </a:pPr>
            <a:r>
              <a:rPr sz="1650" b="0">
                <a:solidFill>
                  <a:srgbClr val="24362D"/>
                </a:solidFill>
                <a:latin typeface="Arial"/>
                <a:ea typeface="Arial"/>
                <a:cs typeface="Arial"/>
              </a:rPr>
              <a:t>• Đổi kích thước dashboard</a:t>
            </a:r>
          </a:p>
          <a:p xmlns:a="http://schemas.openxmlformats.org/drawingml/2006/main">
            <a:pPr>
              <a:defRPr sz="1650" b="0">
                <a:solidFill>
                  <a:srgbClr val="24362D"/>
                </a:solidFill>
                <a:latin typeface="Arial"/>
                <a:ea typeface="Arial"/>
                <a:cs typeface="Arial"/>
              </a:defRPr>
            </a:pPr>
            <a:r>
              <a:rPr sz="1650" b="0">
                <a:solidFill>
                  <a:srgbClr val="24362D"/>
                </a:solidFill>
                <a:latin typeface="Arial"/>
                <a:ea typeface="Arial"/>
                <a:cs typeface="Arial"/>
              </a:rPr>
              <a:t>• Docker Compose và CI</a:t>
            </a:r>
          </a:p>
        </p:txBody>
      </p:sp>
      <p:sp>
        <p:nvSpPr>
          <p:cNvPr id="9" name="">
            <a:extLst xmlns:a="http://schemas.openxmlformats.org/drawingml/2006/main">
              <a:ext uri="{FF2B5EF4-FFF2-40B4-BE49-F238E27FC236}">
                <a16:creationId xmlns:a16="http://schemas.microsoft.com/office/drawing/2014/main" id="{7ACA7DF5-CB4C-4B3B-8D76-8401CAE2BAA5}"/>
              </a:ext>
            </a:extLst>
          </p:cNvPr>
          <p:cNvSpPr>
            <a:spLocks xmlns:a="http://schemas.openxmlformats.org/drawingml/2006/main" noGrp="1"/>
          </p:cNvSpPr>
          <p:nvPr/>
        </p:nvSpPr>
        <p:spPr>
          <a:xfrm xmlns:a="http://schemas.openxmlformats.org/drawingml/2006/main">
            <a:off x="685800" y="5410200"/>
            <a:ext cx="10715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650" b="1">
                <a:solidFill>
                  <a:srgbClr val="315D4B"/>
                </a:solidFill>
                <a:latin typeface="Arial"/>
                <a:ea typeface="Arial"/>
                <a:cs typeface="Arial"/>
              </a:defRPr>
            </a:defPPr>
            <a:lvl1pPr>
              <a:defRPr sz="1650" b="1">
                <a:solidFill>
                  <a:srgbClr val="315D4B"/>
                </a:solidFill>
                <a:latin typeface="Arial"/>
                <a:ea typeface="Arial"/>
                <a:cs typeface="Arial"/>
              </a:defRPr>
            </a:lvl1pPr>
            <a:lvl2pPr>
              <a:defRPr sz="1650" b="1">
                <a:solidFill>
                  <a:srgbClr val="315D4B"/>
                </a:solidFill>
                <a:latin typeface="Arial"/>
                <a:ea typeface="Arial"/>
                <a:cs typeface="Arial"/>
              </a:defRPr>
            </a:lvl2pPr>
            <a:lvl3pPr>
              <a:defRPr sz="1650" b="1">
                <a:solidFill>
                  <a:srgbClr val="315D4B"/>
                </a:solidFill>
                <a:latin typeface="Arial"/>
                <a:ea typeface="Arial"/>
                <a:cs typeface="Arial"/>
              </a:defRPr>
            </a:lvl3pPr>
            <a:lvl4pPr>
              <a:defRPr sz="1650" b="1">
                <a:solidFill>
                  <a:srgbClr val="315D4B"/>
                </a:solidFill>
                <a:latin typeface="Arial"/>
                <a:ea typeface="Arial"/>
                <a:cs typeface="Arial"/>
              </a:defRPr>
            </a:lvl4pPr>
            <a:lvl5pPr>
              <a:defRPr sz="1650" b="1">
                <a:solidFill>
                  <a:srgbClr val="315D4B"/>
                </a:solidFill>
                <a:latin typeface="Arial"/>
                <a:ea typeface="Arial"/>
                <a:cs typeface="Arial"/>
              </a:defRPr>
            </a:lvl5pPr>
            <a:lvl6pPr>
              <a:defRPr sz="1650" b="1">
                <a:solidFill>
                  <a:srgbClr val="315D4B"/>
                </a:solidFill>
                <a:latin typeface="Arial"/>
                <a:ea typeface="Arial"/>
                <a:cs typeface="Arial"/>
              </a:defRPr>
            </a:lvl6pPr>
            <a:lvl7pPr>
              <a:defRPr sz="1650" b="1">
                <a:solidFill>
                  <a:srgbClr val="315D4B"/>
                </a:solidFill>
                <a:latin typeface="Arial"/>
                <a:ea typeface="Arial"/>
                <a:cs typeface="Arial"/>
              </a:defRPr>
            </a:lvl7pPr>
            <a:lvl8pPr>
              <a:defRPr sz="1650" b="1">
                <a:solidFill>
                  <a:srgbClr val="315D4B"/>
                </a:solidFill>
                <a:latin typeface="Arial"/>
                <a:ea typeface="Arial"/>
                <a:cs typeface="Arial"/>
              </a:defRPr>
            </a:lvl8pPr>
            <a:lvl9pPr>
              <a:defRPr sz="1650" b="1">
                <a:solidFill>
                  <a:srgbClr val="315D4B"/>
                </a:solidFill>
                <a:latin typeface="Arial"/>
                <a:ea typeface="Arial"/>
                <a:cs typeface="Arial"/>
              </a:defRPr>
            </a:lvl9pPr>
          </a:lstStyle>
          <a:p xmlns:a="http://schemas.openxmlformats.org/drawingml/2006/main">
            <a:pPr>
              <a:defRPr sz="1650" b="1">
                <a:solidFill>
                  <a:srgbClr val="315D4B"/>
                </a:solidFill>
                <a:latin typeface="Arial"/>
                <a:ea typeface="Arial"/>
                <a:cs typeface="Arial"/>
              </a:defRPr>
            </a:pPr>
            <a:r>
              <a:rPr sz="1650" b="1">
                <a:solidFill>
                  <a:srgbClr val="315D4B"/>
                </a:solidFill>
                <a:latin typeface="Arial"/>
                <a:ea typeface="Arial"/>
                <a:cs typeface="Arial"/>
              </a:rPr>
              <a:t>Đề nghị leader đánh giá luồng đã chạy và chốt chức năng ưu tiên cho bước tiếp theo.</a:t>
            </a:r>
          </a:p>
        </p:txBody>
      </p:sp>
    </p:spTree>
    <p:extLst>
      <p:ext uri="{BB962C8B-B14F-4D97-AF65-F5344CB8AC3E}">
        <p14:creationId xmlns:p14="http://schemas.microsoft.com/office/powerpoint/2010/main" val="86844763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2026-10-26T12:34:51.5440000Z</dcterms:created>
  <dcterms:modified xsi:type="dcterms:W3CDTF">2026-10-26T12:34:51.5440000Z</dcterms:modified>
</coreProperties>
</file>